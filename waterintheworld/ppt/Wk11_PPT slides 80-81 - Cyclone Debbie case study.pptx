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336" r:id="rId81"/>
    <p:sldId id="337" r:id="rId82"/>
  </p:sldIdLst>
  <p:sldSz cx="18288000" cy="10287000"/>
  <p:notesSz cx="6858000" cy="9144000"/>
  <p:embeddedFontLst>
    <p:embeddedFont>
      <p:font typeface="Comic Sans MS" panose="030F0902030302020204" pitchFamily="66" charset="0"/>
      <p:regular r:id="rId84"/>
    </p:embeddedFont>
    <p:embeddedFont>
      <p:font typeface="Impact" panose="020B0806030902050204" pitchFamily="34" charset="0"/>
      <p:regular r:id="rId85"/>
    </p:embeddedFont>
    <p:embeddedFont>
      <p:font typeface="Nunito" pitchFamily="2" charset="77"/>
      <p:regular r:id="rId86"/>
      <p:bold r:id="rId87"/>
      <p:italic r:id="rId88"/>
      <p:boldItalic r:id="rId89"/>
    </p:embeddedFont>
    <p:embeddedFont>
      <p:font typeface="Nunito Sans" pitchFamily="2" charset="77"/>
      <p:regular r:id="rId90"/>
      <p:bold r:id="rId91"/>
      <p:italic r:id="rId92"/>
      <p:boldItalic r:id="rId93"/>
    </p:embeddedFont>
    <p:embeddedFont>
      <p:font typeface="Poppins" pitchFamily="2" charset="77"/>
      <p:regular r:id="rId94"/>
      <p:bold r:id="rId95"/>
      <p:italic r:id="rId96"/>
      <p:boldItalic r:id="rId97"/>
    </p:embeddedFont>
    <p:embeddedFont>
      <p:font typeface="Yeseva One"/>
      <p:regular r:id="rId98"/>
    </p:embeddedFont>
  </p:embeddedFontLst>
  <p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p:defaultTextStyle>
  <p:extLst>
    <p:ext uri="{EFAFB233-063F-42B5-8137-9DF3F51BA10A}">
      <ns3:sldGuideLst>
        <ns3:guide id="1" orient="horz" pos="2160">
          <ns3:clr>
            <ns2:srgbClr val="000000"/>
          </ns3:clr>
        </ns3:guide>
        <ns3:guide id="2" pos="2880">
          <ns3:clr>
            <ns2:srgbClr val="000000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624FBE-0219-4BFE-B597-DF52CD3AB8CC}">
  <a:tblStyle styleId="{B9624FBE-0219-4BFE-B597-DF52CD3AB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4" Type="http://schemas.openxmlformats.org/officeDocument/2006/relationships/font" Target="fonts/font1.fntdata" /><ns0:Relationship Id="rId89" Type="http://schemas.openxmlformats.org/officeDocument/2006/relationships/font" Target="fonts/font6.fntdata" /><ns0:Relationship Id="rId102" Type="http://schemas.openxmlformats.org/officeDocument/2006/relationships/tableStyles" Target="tableStyles.xml" /><ns0:Relationship Id="rId90" Type="http://schemas.openxmlformats.org/officeDocument/2006/relationships/font" Target="fonts/font7.fntdata" /><ns0:Relationship Id="rId95" Type="http://schemas.openxmlformats.org/officeDocument/2006/relationships/font" Target="fonts/font12.fntdata" /><ns0:Relationship Id="rId85" Type="http://schemas.openxmlformats.org/officeDocument/2006/relationships/font" Target="fonts/font2.fntdata" /><ns0:Relationship Id="rId83" Type="http://schemas.openxmlformats.org/officeDocument/2006/relationships/notesMaster" Target="notesMasters/notesMaster1.xml" /><ns0:Relationship Id="rId88" Type="http://schemas.openxmlformats.org/officeDocument/2006/relationships/font" Target="fonts/font5.fntdata" /><ns0:Relationship Id="rId91" Type="http://schemas.openxmlformats.org/officeDocument/2006/relationships/font" Target="fonts/font8.fntdata" /><ns0:Relationship Id="rId96" Type="http://schemas.openxmlformats.org/officeDocument/2006/relationships/font" Target="fonts/font13.fntdata" /><ns0:Relationship Id="rId1" Type="http://schemas.openxmlformats.org/officeDocument/2006/relationships/slideMaster" Target="slideMasters/slideMaster1.xml" /><ns0:Relationship Id="rId81" Type="http://schemas.openxmlformats.org/officeDocument/2006/relationships/slide" Target="slides/slide80.xml" /><ns0:Relationship Id="rId86" Type="http://schemas.openxmlformats.org/officeDocument/2006/relationships/font" Target="fonts/font3.fntdata" /><ns0:Relationship Id="rId94" Type="http://schemas.openxmlformats.org/officeDocument/2006/relationships/font" Target="fonts/font11.fntdata" /><ns0:Relationship Id="rId99" Type="http://schemas.openxmlformats.org/officeDocument/2006/relationships/presProps" Target="presProps.xml" /><ns0:Relationship Id="rId101" Type="http://schemas.openxmlformats.org/officeDocument/2006/relationships/theme" Target="theme/theme1.xml" /><ns0:Relationship Id="rId97" Type="http://schemas.openxmlformats.org/officeDocument/2006/relationships/font" Target="fonts/font14.fntdata" /><ns0:Relationship Id="rId92" Type="http://schemas.openxmlformats.org/officeDocument/2006/relationships/font" Target="fonts/font9.fntdata" /><ns0:Relationship Id="rId87" Type="http://schemas.openxmlformats.org/officeDocument/2006/relationships/font" Target="fonts/font4.fntdata" /><ns0:Relationship Id="rId82" Type="http://schemas.openxmlformats.org/officeDocument/2006/relationships/slide" Target="slides/slide81.xml" /><ns0:Relationship Id="rId100" Type="http://schemas.openxmlformats.org/officeDocument/2006/relationships/viewProps" Target="viewProps.xml" /><ns0:Relationship Id="rId93" Type="http://schemas.openxmlformats.org/officeDocument/2006/relationships/font" Target="fonts/font10.fntdata" /><ns0:Relationship Id="rId98" Type="http://schemas.openxmlformats.org/officeDocument/2006/relationships/font" Target="fonts/font15.fntdata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jpg"/><Relationship Id="rId5" Type="http://schemas.openxmlformats.org/officeDocument/2006/relationships/hyperlink" Target="http://www.youtube.com/watch?v=h1m9aC3bfbA" TargetMode="External"/><Relationship Id="rId4" Type="http://schemas.openxmlformats.org/officeDocument/2006/relationships/image" Target="../media/image3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C4ED"/>
        </a:solidFill>
        <a:effectLst/>
      </p:bgPr>
    </p:bg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93"/>
          <p:cNvSpPr/>
          <p:nvPr/>
        </p:nvSpPr>
        <p:spPr>
          <a:xfrm>
            <a:off x="466557" y="2155172"/>
            <a:ext cx="10118425" cy="5755653"/>
          </a:xfrm>
          <a:custGeom>
            <a:avLst/>
            <a:gdLst/>
            <a:ahLst/>
            <a:cxnLst/>
            <a:rect l="l" t="t" r="r" b="b"/>
            <a:pathLst>
              <a:path w="3495138" h="2904814" extrusionOk="0">
                <a:moveTo>
                  <a:pt x="3484655" y="27234"/>
                </a:moveTo>
                <a:cubicBezTo>
                  <a:pt x="3475765" y="23424"/>
                  <a:pt x="3466875" y="20884"/>
                  <a:pt x="3457985" y="20884"/>
                </a:cubicBezTo>
                <a:cubicBezTo>
                  <a:pt x="3431315" y="19614"/>
                  <a:pt x="3379625" y="19614"/>
                  <a:pt x="3322691" y="17074"/>
                </a:cubicBezTo>
                <a:cubicBezTo>
                  <a:pt x="3192555" y="11994"/>
                  <a:pt x="3065130" y="5644"/>
                  <a:pt x="2934995" y="3104"/>
                </a:cubicBezTo>
                <a:cubicBezTo>
                  <a:pt x="2829259" y="564"/>
                  <a:pt x="2726236" y="3104"/>
                  <a:pt x="2620501" y="1834"/>
                </a:cubicBezTo>
                <a:cubicBezTo>
                  <a:pt x="2574411" y="1834"/>
                  <a:pt x="2528321" y="-706"/>
                  <a:pt x="2482231" y="1834"/>
                </a:cubicBezTo>
                <a:cubicBezTo>
                  <a:pt x="2371074" y="9454"/>
                  <a:pt x="2259916" y="10724"/>
                  <a:pt x="2146048" y="8184"/>
                </a:cubicBezTo>
                <a:cubicBezTo>
                  <a:pt x="2089113" y="6914"/>
                  <a:pt x="2032179" y="6914"/>
                  <a:pt x="1975245" y="6914"/>
                </a:cubicBezTo>
                <a:cubicBezTo>
                  <a:pt x="1872221" y="6914"/>
                  <a:pt x="1769197" y="6914"/>
                  <a:pt x="1666173" y="5644"/>
                </a:cubicBezTo>
                <a:cubicBezTo>
                  <a:pt x="1557726" y="4374"/>
                  <a:pt x="489530" y="1834"/>
                  <a:pt x="383795" y="564"/>
                </a:cubicBezTo>
                <a:cubicBezTo>
                  <a:pt x="297038" y="-706"/>
                  <a:pt x="212992" y="564"/>
                  <a:pt x="126235" y="564"/>
                </a:cubicBezTo>
                <a:cubicBezTo>
                  <a:pt x="66589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6999"/>
                  <a:pt x="16510" y="284285"/>
                  <a:pt x="17780" y="409337"/>
                </a:cubicBezTo>
                <a:cubicBezTo>
                  <a:pt x="19050" y="536623"/>
                  <a:pt x="17780" y="663909"/>
                  <a:pt x="16510" y="793428"/>
                </a:cubicBezTo>
                <a:cubicBezTo>
                  <a:pt x="15240" y="925180"/>
                  <a:pt x="2540" y="2307458"/>
                  <a:pt x="2540" y="2439210"/>
                </a:cubicBezTo>
                <a:cubicBezTo>
                  <a:pt x="2540" y="2568729"/>
                  <a:pt x="1270" y="2698248"/>
                  <a:pt x="0" y="2827767"/>
                </a:cubicBezTo>
                <a:cubicBezTo>
                  <a:pt x="0" y="2850204"/>
                  <a:pt x="3810" y="2860364"/>
                  <a:pt x="15240" y="2865444"/>
                </a:cubicBezTo>
                <a:cubicBezTo>
                  <a:pt x="22860" y="2869254"/>
                  <a:pt x="31750" y="2871794"/>
                  <a:pt x="40640" y="2873064"/>
                </a:cubicBezTo>
                <a:cubicBezTo>
                  <a:pt x="123524" y="2878144"/>
                  <a:pt x="226548" y="2881954"/>
                  <a:pt x="329572" y="2887034"/>
                </a:cubicBezTo>
                <a:cubicBezTo>
                  <a:pt x="386506" y="2889574"/>
                  <a:pt x="443440" y="2894654"/>
                  <a:pt x="500375" y="2895924"/>
                </a:cubicBezTo>
                <a:cubicBezTo>
                  <a:pt x="595265" y="2898464"/>
                  <a:pt x="1652617" y="2899734"/>
                  <a:pt x="1747507" y="2901004"/>
                </a:cubicBezTo>
                <a:cubicBezTo>
                  <a:pt x="1761063" y="2901004"/>
                  <a:pt x="1774619" y="2901004"/>
                  <a:pt x="1788175" y="2901004"/>
                </a:cubicBezTo>
                <a:cubicBezTo>
                  <a:pt x="1853243" y="2901004"/>
                  <a:pt x="1921022" y="2899734"/>
                  <a:pt x="1986089" y="2899734"/>
                </a:cubicBezTo>
                <a:cubicBezTo>
                  <a:pt x="2062002" y="2899734"/>
                  <a:pt x="2135203" y="2901004"/>
                  <a:pt x="2211115" y="2901004"/>
                </a:cubicBezTo>
                <a:cubicBezTo>
                  <a:pt x="2322273" y="2901004"/>
                  <a:pt x="2436142" y="2901004"/>
                  <a:pt x="2547299" y="2901004"/>
                </a:cubicBezTo>
                <a:cubicBezTo>
                  <a:pt x="2650323" y="2901004"/>
                  <a:pt x="2753347" y="2902274"/>
                  <a:pt x="2856371" y="2903544"/>
                </a:cubicBezTo>
                <a:cubicBezTo>
                  <a:pt x="2902461" y="2903544"/>
                  <a:pt x="2951262" y="2904814"/>
                  <a:pt x="2997351" y="2904814"/>
                </a:cubicBezTo>
                <a:cubicBezTo>
                  <a:pt x="3146465" y="2903544"/>
                  <a:pt x="3292868" y="2897194"/>
                  <a:pt x="3435124" y="2897194"/>
                </a:cubicBezTo>
                <a:cubicBezTo>
                  <a:pt x="3438935" y="2897194"/>
                  <a:pt x="3444015" y="2894654"/>
                  <a:pt x="3447824" y="2892114"/>
                </a:cubicBezTo>
                <a:cubicBezTo>
                  <a:pt x="3452905" y="2888304"/>
                  <a:pt x="3455445" y="2881954"/>
                  <a:pt x="3457985" y="2879414"/>
                </a:cubicBezTo>
                <a:cubicBezTo>
                  <a:pt x="3459255" y="2812135"/>
                  <a:pt x="3460524" y="2718346"/>
                  <a:pt x="3461795" y="2624556"/>
                </a:cubicBezTo>
                <a:cubicBezTo>
                  <a:pt x="3463065" y="2479406"/>
                  <a:pt x="3473224" y="1085962"/>
                  <a:pt x="3474495" y="940811"/>
                </a:cubicBezTo>
                <a:cubicBezTo>
                  <a:pt x="3474495" y="853721"/>
                  <a:pt x="3475765" y="766631"/>
                  <a:pt x="3477035" y="679540"/>
                </a:cubicBezTo>
                <a:cubicBezTo>
                  <a:pt x="3478305" y="585751"/>
                  <a:pt x="3479574" y="491961"/>
                  <a:pt x="3482115" y="398172"/>
                </a:cubicBezTo>
                <a:cubicBezTo>
                  <a:pt x="3483385" y="342345"/>
                  <a:pt x="3483385" y="284285"/>
                  <a:pt x="3488465" y="228458"/>
                </a:cubicBezTo>
                <a:cubicBezTo>
                  <a:pt x="3493545" y="161465"/>
                  <a:pt x="3496085" y="96706"/>
                  <a:pt x="3494815" y="43744"/>
                </a:cubicBezTo>
                <a:cubicBezTo>
                  <a:pt x="3494815" y="37394"/>
                  <a:pt x="3491005" y="29774"/>
                  <a:pt x="3484655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Cyclone Debbie was a tropical cyclone that made landfall in Queensland in March 2017, making it a contemporary atmospheric hazard. It caused widespread hydrological and atmospheric impacts across Queensland and northern New South Wales, affecting coastal, riverine and urban environments. </a:t>
            </a:r>
            <a:endParaRPr sz="33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Read the impacts cards to investigate the </a:t>
            </a:r>
            <a:r>
              <a:rPr lang="en-US" sz="3300" b="1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impacts</a:t>
            </a:r>
            <a:r>
              <a:rPr lang="en-US" sz="33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of Cyclone Debbie.</a:t>
            </a:r>
            <a:endParaRPr sz="33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18" name="Google Shape;1218;p93"/>
          <p:cNvSpPr/>
          <p:nvPr/>
        </p:nvSpPr>
        <p:spPr>
          <a:xfrm>
            <a:off x="-119699" y="7896588"/>
            <a:ext cx="4586747" cy="3102309"/>
          </a:xfrm>
          <a:custGeom>
            <a:avLst/>
            <a:gdLst/>
            <a:ahLst/>
            <a:cxnLst/>
            <a:rect l="l" t="t" r="r" b="b"/>
            <a:pathLst>
              <a:path w="4586747" h="3102309" extrusionOk="0">
                <a:moveTo>
                  <a:pt x="0" y="0"/>
                </a:moveTo>
                <a:lnTo>
                  <a:pt x="4586747" y="0"/>
                </a:lnTo>
                <a:lnTo>
                  <a:pt x="4586747" y="3102309"/>
                </a:lnTo>
                <a:lnTo>
                  <a:pt x="0" y="3102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9" name="Google Shape;1219;p93"/>
          <p:cNvSpPr/>
          <p:nvPr/>
        </p:nvSpPr>
        <p:spPr>
          <a:xfrm>
            <a:off x="2685573" y="8735846"/>
            <a:ext cx="4586747" cy="3102309"/>
          </a:xfrm>
          <a:custGeom>
            <a:avLst/>
            <a:gdLst/>
            <a:ahLst/>
            <a:cxnLst/>
            <a:rect l="l" t="t" r="r" b="b"/>
            <a:pathLst>
              <a:path w="4586747" h="3102309" extrusionOk="0">
                <a:moveTo>
                  <a:pt x="0" y="0"/>
                </a:moveTo>
                <a:lnTo>
                  <a:pt x="4586747" y="0"/>
                </a:lnTo>
                <a:lnTo>
                  <a:pt x="4586747" y="3102308"/>
                </a:lnTo>
                <a:lnTo>
                  <a:pt x="0" y="3102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0" name="Google Shape;1220;p93"/>
          <p:cNvSpPr/>
          <p:nvPr/>
        </p:nvSpPr>
        <p:spPr>
          <a:xfrm>
            <a:off x="7272320" y="8750083"/>
            <a:ext cx="4786687" cy="1645424"/>
          </a:xfrm>
          <a:custGeom>
            <a:avLst/>
            <a:gdLst/>
            <a:ahLst/>
            <a:cxnLst/>
            <a:rect l="l" t="t" r="r" b="b"/>
            <a:pathLst>
              <a:path w="4786687" h="1645424" extrusionOk="0">
                <a:moveTo>
                  <a:pt x="0" y="0"/>
                </a:moveTo>
                <a:lnTo>
                  <a:pt x="4786687" y="0"/>
                </a:lnTo>
                <a:lnTo>
                  <a:pt x="4786687" y="1645423"/>
                </a:lnTo>
                <a:lnTo>
                  <a:pt x="0" y="1645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1" name="Google Shape;1221;p93"/>
          <p:cNvSpPr txBox="1"/>
          <p:nvPr/>
        </p:nvSpPr>
        <p:spPr>
          <a:xfrm>
            <a:off x="1267326" y="510575"/>
            <a:ext cx="15369798" cy="156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Case Study: Cyclone Debbie</a:t>
            </a:r>
            <a:endParaRPr dirty="0"/>
          </a:p>
        </p:txBody>
      </p:sp>
      <p:pic>
        <p:nvPicPr>
          <p:cNvPr id="1222" name="Google Shape;1222;p93" descr="Tourists bunker down and brave the &quot;incredible noise&quot; of Cyclone Debbie as it smashes into Hamilton Island, Airlie Beach and Bowen at lunch time on Tuesday.&#10;Follow our live blog - http://www.brisbanetimes.com.au/queensland/cyclone-debbie-hits-the-queensland-coast-20170327-gv7ra3.html&#10;Homepage - http://www.smh.com.au/&#10;Facebook - https://www.facebook.com/sydneymorningherald/&#10;Twitter - https://twitter.com/smh" title="Cyclone Debbie  'screaming and howling'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01550" y="3502250"/>
            <a:ext cx="5835575" cy="328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DD6"/>
        </a:solidFill>
        <a:effectLst/>
      </p:bgPr>
    </p:bg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94"/>
          <p:cNvSpPr/>
          <p:nvPr/>
        </p:nvSpPr>
        <p:spPr>
          <a:xfrm>
            <a:off x="1818046" y="6609167"/>
            <a:ext cx="2198602" cy="923413"/>
          </a:xfrm>
          <a:custGeom>
            <a:avLst/>
            <a:gdLst/>
            <a:ahLst/>
            <a:cxnLst/>
            <a:rect l="l" t="t" r="r" b="b"/>
            <a:pathLst>
              <a:path w="2198602" h="923413" extrusionOk="0">
                <a:moveTo>
                  <a:pt x="0" y="0"/>
                </a:moveTo>
                <a:lnTo>
                  <a:pt x="2198602" y="0"/>
                </a:lnTo>
                <a:lnTo>
                  <a:pt x="2198602" y="923413"/>
                </a:lnTo>
                <a:lnTo>
                  <a:pt x="0" y="923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228" name="Google Shape;1228;p94"/>
          <p:cNvGrpSpPr/>
          <p:nvPr/>
        </p:nvGrpSpPr>
        <p:grpSpPr>
          <a:xfrm>
            <a:off x="1028700" y="1883826"/>
            <a:ext cx="16230600" cy="7076995"/>
            <a:chOff x="0" y="-45715"/>
            <a:chExt cx="4274726" cy="1863900"/>
          </a:xfrm>
        </p:grpSpPr>
        <p:sp>
          <p:nvSpPr>
            <p:cNvPr id="1229" name="Google Shape;1229;p94"/>
            <p:cNvSpPr/>
            <p:nvPr/>
          </p:nvSpPr>
          <p:spPr>
            <a:xfrm>
              <a:off x="0" y="0"/>
              <a:ext cx="4274726" cy="1818122"/>
            </a:xfrm>
            <a:custGeom>
              <a:avLst/>
              <a:gdLst/>
              <a:ahLst/>
              <a:cxnLst/>
              <a:rect l="l" t="t" r="r" b="b"/>
              <a:pathLst>
                <a:path w="4274726" h="1818122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818122"/>
                  </a:lnTo>
                  <a:lnTo>
                    <a:pt x="0" y="1818122"/>
                  </a:lnTo>
                  <a:close/>
                </a:path>
              </a:pathLst>
            </a:custGeom>
            <a:solidFill>
              <a:srgbClr val="77CFF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" name="Google Shape;1230;p94"/>
            <p:cNvSpPr txBox="1"/>
            <p:nvPr/>
          </p:nvSpPr>
          <p:spPr>
            <a:xfrm>
              <a:off x="0" y="-45715"/>
              <a:ext cx="4274700" cy="18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In response to Cyclone Debbie, governments and emergency services implemented early warning systems and evacuations to reduce risk to life before landfall. </a:t>
              </a:r>
              <a:endParaRPr sz="3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During and after the cyclone, emergency response teams provided rescue, medical support and essential supplies to affected communities. </a:t>
              </a:r>
              <a:endParaRPr sz="3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In the recovery phase, governments funded infrastructure repairs, supported farmers and businesses, and improved flood and disaster management planning to reduce future risk. </a:t>
              </a:r>
              <a:endParaRPr sz="3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Research these responses further and use evidence to determine which one is most effective and why.</a:t>
              </a:r>
              <a:endParaRPr sz="35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231" name="Google Shape;1231;p94"/>
          <p:cNvSpPr/>
          <p:nvPr/>
        </p:nvSpPr>
        <p:spPr>
          <a:xfrm>
            <a:off x="-804325" y="8813903"/>
            <a:ext cx="3868185" cy="2679597"/>
          </a:xfrm>
          <a:custGeom>
            <a:avLst/>
            <a:gdLst/>
            <a:ahLst/>
            <a:cxnLst/>
            <a:rect l="l" t="t" r="r" b="b"/>
            <a:pathLst>
              <a:path w="3868185" h="2679597" extrusionOk="0">
                <a:moveTo>
                  <a:pt x="0" y="0"/>
                </a:moveTo>
                <a:lnTo>
                  <a:pt x="3868185" y="0"/>
                </a:lnTo>
                <a:lnTo>
                  <a:pt x="3868185" y="2679597"/>
                </a:lnTo>
                <a:lnTo>
                  <a:pt x="0" y="2679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2" name="Google Shape;1232;p94"/>
          <p:cNvSpPr/>
          <p:nvPr/>
        </p:nvSpPr>
        <p:spPr>
          <a:xfrm>
            <a:off x="14680305" y="7532572"/>
            <a:ext cx="5238750" cy="4114800"/>
          </a:xfrm>
          <a:custGeom>
            <a:avLst/>
            <a:gdLst/>
            <a:ahLst/>
            <a:cxnLst/>
            <a:rect l="l" t="t" r="r" b="b"/>
            <a:pathLst>
              <a:path w="5238750" h="4114800" extrusionOk="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3" name="Google Shape;1233;p94"/>
          <p:cNvSpPr/>
          <p:nvPr/>
        </p:nvSpPr>
        <p:spPr>
          <a:xfrm>
            <a:off x="-139712" y="-264850"/>
            <a:ext cx="2538943" cy="2502013"/>
          </a:xfrm>
          <a:custGeom>
            <a:avLst/>
            <a:gdLst/>
            <a:ahLst/>
            <a:cxnLst/>
            <a:rect l="l" t="t" r="r" b="b"/>
            <a:pathLst>
              <a:path w="2538943" h="2502013" extrusionOk="0">
                <a:moveTo>
                  <a:pt x="0" y="0"/>
                </a:moveTo>
                <a:lnTo>
                  <a:pt x="2538943" y="0"/>
                </a:lnTo>
                <a:lnTo>
                  <a:pt x="2538943" y="2502013"/>
                </a:lnTo>
                <a:lnTo>
                  <a:pt x="0" y="2502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4" name="Google Shape;1234;p94"/>
          <p:cNvSpPr txBox="1"/>
          <p:nvPr/>
        </p:nvSpPr>
        <p:spPr>
          <a:xfrm>
            <a:off x="4013240" y="903607"/>
            <a:ext cx="11079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Management and responses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4707</Words>
  <Application>Microsoft Macintosh PowerPoint</Application>
  <PresentationFormat>Custom</PresentationFormat>
  <Paragraphs>427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Impact</vt:lpstr>
      <vt:lpstr>Yeseva One</vt:lpstr>
      <vt:lpstr>Arial</vt:lpstr>
      <vt:lpstr>Calibri</vt:lpstr>
      <vt:lpstr>Nunito Sans</vt:lpstr>
      <vt:lpstr>Poppins</vt:lpstr>
      <vt:lpstr>Nunito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Lorraine Chaffer</cp:lastModifiedBy>
  <cp:revision>6</cp:revision>
  <dcterms:modified xsi:type="dcterms:W3CDTF">2026-02-10T12:40:39Z</dcterms:modified>
</cp:coreProperties>
</file>