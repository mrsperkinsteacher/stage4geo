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ns2="http://schemas.openxmlformats.org/drawingml/2006/main" xmlns:ns3="http://schemas.microsoft.com/office/powerpoint/2012/main" xmlns:p="http://schemas.openxmlformats.org/presentationml/2006/main" xmlns:r="http://schemas.openxmlformats.org/officeDocument/2006/relationships" strictFirstAndLastChars="0" embedTrueTypeFonts="1" saveSubsetFonts="1" autoCompressPictures="0">
  <p:sldMasterIdLst>
    <p:sldMasterId id="2147483659" r:id="rId1"/>
  </p:sldMasterIdLst>
  <p:notesMasterIdLst>
    <p:notesMasterId r:id="rId83"/>
  </p:notesMasterIdLst>
  <p:sldIdLst>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Comic Sans MS" panose="030F0902030302020204" pitchFamily="66" charset="0"/>
      <p:regular r:id="rId84"/>
    </p:embeddedFont>
    <p:embeddedFont>
      <p:font typeface="Impact" panose="020B0806030902050204" pitchFamily="34" charset="0"/>
      <p:regular r:id="rId85"/>
    </p:embeddedFont>
    <p:embeddedFont>
      <p:font typeface="Nunito" pitchFamily="2" charset="77"/>
      <p:regular r:id="rId86"/>
      <p:bold r:id="rId87"/>
      <p:italic r:id="rId88"/>
      <p:boldItalic r:id="rId89"/>
    </p:embeddedFont>
    <p:embeddedFont>
      <p:font typeface="Nunito Sans" pitchFamily="2" charset="77"/>
      <p:regular r:id="rId90"/>
      <p:bold r:id="rId91"/>
      <p:italic r:id="rId92"/>
      <p:boldItalic r:id="rId93"/>
    </p:embeddedFont>
    <p:embeddedFont>
      <p:font typeface="Poppins" pitchFamily="2" charset="77"/>
      <p:regular r:id="rId94"/>
      <p:bold r:id="rId95"/>
      <p:italic r:id="rId96"/>
      <p:boldItalic r:id="rId97"/>
    </p:embeddedFont>
    <p:embeddedFont>
      <p:font typeface="Yeseva One"/>
      <p:regular r:id="rId98"/>
    </p:embeddedFont>
  </p:embeddedFontLst>
  <p:defaultTextStyle>
    <ns2:defPPr marR="0" lvl="0" algn="l" rtl="0">
      <ns2:lnSpc>
        <ns2:spcPct val="100000"/>
      </ns2:lnSpc>
      <ns2:spcBef>
        <ns2:spcPts val="0"/>
      </ns2:spcBef>
      <ns2:spcAft>
        <ns2:spcPts val="0"/>
      </ns2:spcAft>
    </ns2:defPPr>
    <ns2:lvl1pPr marR="0" lvl="0"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1pPr>
    <ns2:lvl2pPr marR="0" lvl="1"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2pPr>
    <ns2:lvl3pPr marR="0" lvl="2"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3pPr>
    <ns2:lvl4pPr marR="0" lvl="3"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4pPr>
    <ns2:lvl5pPr marR="0" lvl="4"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5pPr>
    <ns2:lvl6pPr marR="0" lvl="5"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6pPr>
    <ns2:lvl7pPr marR="0" lvl="6"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7pPr>
    <ns2:lvl8pPr marR="0" lvl="7"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8pPr>
    <ns2:lvl9pPr marR="0" lvl="8" algn="l" rtl="0">
      <ns2:lnSpc>
        <ns2:spcPct val="100000"/>
      </ns2:lnSpc>
      <ns2:spcBef>
        <ns2:spcPts val="0"/>
      </ns2:spcBef>
      <ns2:spcAft>
        <ns2:spcPts val="0"/>
      </ns2:spcAft>
      <ns2:buClr>
        <ns2:srgbClr val="000000"/>
      </ns2:buClr>
      <ns2:buFont typeface="Arial"/>
      <ns2:defRPr sz="1400" b="0" i="0" u="none" strike="noStrike" cap="none">
        <ns2:solidFill>
          <ns2:srgbClr val="000000"/>
        </ns2:solidFill>
        <ns2:latin typeface="Arial"/>
        <ns2:ea typeface="Arial"/>
        <ns2:cs typeface="Arial"/>
        <ns2:sym typeface="Arial"/>
      </ns2:defRPr>
    </ns2:lvl9pPr>
  </p:defaultTextStyle>
  <p:extLst>
    <p:ext uri="{EFAFB233-063F-42B5-8137-9DF3F51BA10A}">
      <ns3:sldGuideLst>
        <ns3:guide id="1" orient="horz" pos="2160">
          <ns3:clr>
            <ns2:srgbClr val="000000"/>
          </ns3:clr>
        </ns3:guide>
        <ns3:guide id="2" pos="2880">
          <ns3:clr>
            <ns2:srgbClr val="000000"/>
          </ns3:clr>
        </ns3:guide>
      </ns3: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9624FBE-0219-4BFE-B597-DF52CD3AB8CC}">
  <a:tblStyle styleId="{B9624FBE-0219-4BFE-B597-DF52CD3AB8C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80" d="100"/>
          <a:sy n="80" d="100"/>
        </p:scale>
        <p:origin x="824" y="22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ns0:Relationships xmlns:ns0="http://schemas.openxmlformats.org/package/2006/relationships"><ns0:Relationship Id="rId84" Type="http://schemas.openxmlformats.org/officeDocument/2006/relationships/font" Target="fonts/font1.fntdata" /><ns0:Relationship Id="rId89" Type="http://schemas.openxmlformats.org/officeDocument/2006/relationships/font" Target="fonts/font6.fntdata" /><ns0:Relationship Id="rId11" Type="http://schemas.openxmlformats.org/officeDocument/2006/relationships/slide" Target="slides/slide10.xml" /><ns0:Relationship Id="rId102" Type="http://schemas.openxmlformats.org/officeDocument/2006/relationships/tableStyles" Target="tableStyles.xml" /><ns0:Relationship Id="rId5" Type="http://schemas.openxmlformats.org/officeDocument/2006/relationships/slide" Target="slides/slide4.xml" /><ns0:Relationship Id="rId90" Type="http://schemas.openxmlformats.org/officeDocument/2006/relationships/font" Target="fonts/font7.fntdata" /><ns0:Relationship Id="rId95" Type="http://schemas.openxmlformats.org/officeDocument/2006/relationships/font" Target="fonts/font12.fntdata" /><ns0:Relationship Id="rId85" Type="http://schemas.openxmlformats.org/officeDocument/2006/relationships/font" Target="fonts/font2.fntdata" /><ns0:Relationship Id="rId12" Type="http://schemas.openxmlformats.org/officeDocument/2006/relationships/slide" Target="slides/slide11.xml" /><ns0:Relationship Id="rId83" Type="http://schemas.openxmlformats.org/officeDocument/2006/relationships/notesMaster" Target="notesMasters/notesMaster1.xml" /><ns0:Relationship Id="rId88" Type="http://schemas.openxmlformats.org/officeDocument/2006/relationships/font" Target="fonts/font5.fntdata" /><ns0:Relationship Id="rId91" Type="http://schemas.openxmlformats.org/officeDocument/2006/relationships/font" Target="fonts/font8.fntdata" /><ns0:Relationship Id="rId96" Type="http://schemas.openxmlformats.org/officeDocument/2006/relationships/font" Target="fonts/font13.fntdata" /><ns0:Relationship Id="rId1" Type="http://schemas.openxmlformats.org/officeDocument/2006/relationships/slideMaster" Target="slideMasters/slideMaster1.xml" /><ns0:Relationship Id="rId6" Type="http://schemas.openxmlformats.org/officeDocument/2006/relationships/slide" Target="slides/slide5.xml" /><ns0:Relationship Id="rId10" Type="http://schemas.openxmlformats.org/officeDocument/2006/relationships/slide" Target="slides/slide9.xml" /><ns0:Relationship Id="rId86" Type="http://schemas.openxmlformats.org/officeDocument/2006/relationships/font" Target="fonts/font3.fntdata" /><ns0:Relationship Id="rId94" Type="http://schemas.openxmlformats.org/officeDocument/2006/relationships/font" Target="fonts/font11.fntdata" /><ns0:Relationship Id="rId99" Type="http://schemas.openxmlformats.org/officeDocument/2006/relationships/presProps" Target="presProps.xml" /><ns0:Relationship Id="rId101" Type="http://schemas.openxmlformats.org/officeDocument/2006/relationships/theme" Target="theme/theme1.xml" /><ns0:Relationship Id="rId9" Type="http://schemas.openxmlformats.org/officeDocument/2006/relationships/slide" Target="slides/slide8.xml" /><ns0:Relationship Id="rId97" Type="http://schemas.openxmlformats.org/officeDocument/2006/relationships/font" Target="fonts/font14.fntdata" /><ns0:Relationship Id="rId7" Type="http://schemas.openxmlformats.org/officeDocument/2006/relationships/slide" Target="slides/slide6.xml" /><ns0:Relationship Id="rId92" Type="http://schemas.openxmlformats.org/officeDocument/2006/relationships/font" Target="fonts/font9.fntdata" /><ns0:Relationship Id="rId87" Type="http://schemas.openxmlformats.org/officeDocument/2006/relationships/font" Target="fonts/font4.fntdata" /><ns0:Relationship Id="rId100" Type="http://schemas.openxmlformats.org/officeDocument/2006/relationships/viewProps" Target="viewProps.xml" /><ns0:Relationship Id="rId8" Type="http://schemas.openxmlformats.org/officeDocument/2006/relationships/slide" Target="slides/slide7.xml" /><ns0:Relationship Id="rId93" Type="http://schemas.openxmlformats.org/officeDocument/2006/relationships/font" Target="fonts/font10.fntdata" /><ns0:Relationship Id="rId98" Type="http://schemas.openxmlformats.org/officeDocument/2006/relationships/font" Target="fonts/font15.fntdata" /></ns0: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ae6d2bd0bf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g3ae6d2bd0bf_0_4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ae6d2bd0bf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g3ae6d2bd0bf_0_6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ae6d2bd0bf_0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worksheet 1.1</a:t>
            </a:r>
            <a:endParaRPr/>
          </a:p>
        </p:txBody>
      </p:sp>
      <p:sp>
        <p:nvSpPr>
          <p:cNvPr id="205" name="Google Shape;205;g3ae6d2bd0bf_0_34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ae6d2bd0bf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4" name="Google Shape;234;g3ae6d2bd0bf_0_8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ae6d2bd0bf_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9" name="Google Shape;249;g3ae6d2bd0bf_0_11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ae6d2bd0bf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worksheet 1.2</a:t>
            </a:r>
            <a:endParaRPr/>
          </a:p>
        </p:txBody>
      </p:sp>
      <p:sp>
        <p:nvSpPr>
          <p:cNvPr id="264" name="Google Shape;264;g3ae6d2bd0bf_0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txBody>
          <a:bodyPr/>
          <a:lstStyle/>
          <a:p>
            <a:endParaRPr lang="en-US"/>
          </a:p>
        </p:txBody>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9.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6.gif"/><Relationship Id="rId5" Type="http://schemas.openxmlformats.org/officeDocument/2006/relationships/image" Target="../media/image10.png"/><Relationship Id="rId4" Type="http://schemas.openxmlformats.org/officeDocument/2006/relationships/image" Target="../media/image18.png"/></Relationships>
</file>

<file path=ppt/slides/slide4.xml><?xml version="1.0" encoding="utf-8"?>
<p:sld xmlns:a="http://schemas.openxmlformats.org/drawingml/2006/main" xmlns:r="http://schemas.openxmlformats.org/officeDocument/2006/relationships" xmlns:p="http://schemas.openxmlformats.org/presentationml/2006/main">
  <p:cSld>
    <p:bg>
      <p:bgPr>
        <a:solidFill>
          <a:srgbClr val="7AC2E2"/>
        </a:solidFill>
        <a:effectLst/>
      </p:bgPr>
    </p:bg>
    <p:spTree>
      <p:nvGrpSpPr>
        <p:cNvPr id="1" name="Shape 149"/>
        <p:cNvGrpSpPr/>
        <p:nvPr/>
      </p:nvGrpSpPr>
      <p:grpSpPr>
        <a:xfrm>
          <a:off x="0" y="0"/>
          <a:ext cx="0" cy="0"/>
          <a:chOff x="0" y="0"/>
          <a:chExt cx="0" cy="0"/>
        </a:xfrm>
      </p:grpSpPr>
      <p:grpSp>
        <p:nvGrpSpPr>
          <p:cNvPr id="150" name="Google Shape;150;p16"/>
          <p:cNvGrpSpPr/>
          <p:nvPr/>
        </p:nvGrpSpPr>
        <p:grpSpPr>
          <a:xfrm>
            <a:off x="599225" y="2506750"/>
            <a:ext cx="17089555" cy="7205949"/>
            <a:chOff x="0" y="0"/>
            <a:chExt cx="4500923" cy="1984618"/>
          </a:xfrm>
        </p:grpSpPr>
        <p:sp>
          <p:nvSpPr>
            <p:cNvPr id="151" name="Google Shape;151;p16"/>
            <p:cNvSpPr/>
            <p:nvPr/>
          </p:nvSpPr>
          <p:spPr>
            <a:xfrm>
              <a:off x="0" y="0"/>
              <a:ext cx="4500923" cy="1984618"/>
            </a:xfrm>
            <a:custGeom>
              <a:avLst/>
              <a:gdLst/>
              <a:ahLst/>
              <a:cxnLst/>
              <a:rect l="l" t="t" r="r" b="b"/>
              <a:pathLst>
                <a:path w="4500923" h="1922148" extrusionOk="0">
                  <a:moveTo>
                    <a:pt x="0" y="0"/>
                  </a:moveTo>
                  <a:lnTo>
                    <a:pt x="4500923" y="0"/>
                  </a:lnTo>
                  <a:lnTo>
                    <a:pt x="4500923" y="1922148"/>
                  </a:lnTo>
                  <a:lnTo>
                    <a:pt x="0" y="1922148"/>
                  </a:lnTo>
                  <a:close/>
                </a:path>
              </a:pathLst>
            </a:custGeom>
            <a:solidFill>
              <a:srgbClr val="A9DEF8"/>
            </a:solidFill>
            <a:ln>
              <a:noFill/>
            </a:ln>
          </p:spPr>
          <p:txBody>
            <a:bodyPr/>
            <a:lstStyle/>
            <a:p>
              <a:endParaRPr lang="en-US"/>
            </a:p>
          </p:txBody>
        </p:sp>
        <p:sp>
          <p:nvSpPr>
            <p:cNvPr id="152" name="Google Shape;152;p16"/>
            <p:cNvSpPr txBox="1"/>
            <p:nvPr/>
          </p:nvSpPr>
          <p:spPr>
            <a:xfrm>
              <a:off x="43983" y="26901"/>
              <a:ext cx="1710600" cy="1830000"/>
            </a:xfrm>
            <a:prstGeom prst="rect">
              <a:avLst/>
            </a:prstGeom>
            <a:noFill/>
            <a:ln>
              <a:noFill/>
            </a:ln>
          </p:spPr>
          <p:txBody>
            <a:bodyPr spcFirstLastPara="1" wrap="square" lIns="50800" tIns="50800" rIns="50800" bIns="50800" anchor="t" anchorCtr="0">
              <a:noAutofit/>
            </a:bodyPr>
            <a:lstStyle/>
            <a:p>
              <a:pPr marL="0" marR="0" lvl="0" indent="0" algn="l" rtl="0">
                <a:lnSpc>
                  <a:spcPct val="116666"/>
                </a:lnSpc>
                <a:spcBef>
                  <a:spcPts val="0"/>
                </a:spcBef>
                <a:spcAft>
                  <a:spcPts val="0"/>
                </a:spcAft>
                <a:buNone/>
              </a:pPr>
              <a:r>
                <a:rPr lang="en-US" sz="5100" dirty="0">
                  <a:solidFill>
                    <a:schemeClr val="dk1"/>
                  </a:solidFill>
                  <a:latin typeface="Comic Sans MS"/>
                  <a:ea typeface="Comic Sans MS"/>
                  <a:cs typeface="Comic Sans MS"/>
                  <a:sym typeface="Comic Sans MS"/>
                </a:rPr>
                <a:t>Saltwater makes up the vast majority of Earth’s water (oceans). It cannot be consumed or used for irrigation without desalination.</a:t>
              </a:r>
              <a:endParaRPr sz="5100" dirty="0">
                <a:solidFill>
                  <a:schemeClr val="dk1"/>
                </a:solidFill>
                <a:latin typeface="Comic Sans MS"/>
                <a:ea typeface="Comic Sans MS"/>
                <a:cs typeface="Comic Sans MS"/>
                <a:sym typeface="Comic Sans MS"/>
              </a:endParaRPr>
            </a:p>
            <a:p>
              <a:pPr marL="0" marR="0" lvl="0" indent="0" algn="l" rtl="0">
                <a:lnSpc>
                  <a:spcPct val="116666"/>
                </a:lnSpc>
                <a:spcBef>
                  <a:spcPts val="0"/>
                </a:spcBef>
                <a:spcAft>
                  <a:spcPts val="0"/>
                </a:spcAft>
                <a:buNone/>
              </a:pPr>
              <a:endParaRPr sz="5100" dirty="0">
                <a:solidFill>
                  <a:schemeClr val="dk1"/>
                </a:solidFill>
                <a:latin typeface="Comic Sans MS"/>
                <a:ea typeface="Comic Sans MS"/>
                <a:cs typeface="Comic Sans MS"/>
                <a:sym typeface="Comic Sans MS"/>
              </a:endParaRPr>
            </a:p>
          </p:txBody>
        </p:sp>
      </p:grpSp>
      <p:sp>
        <p:nvSpPr>
          <p:cNvPr id="153" name="Google Shape;153;p16"/>
          <p:cNvSpPr txBox="1"/>
          <p:nvPr/>
        </p:nvSpPr>
        <p:spPr>
          <a:xfrm>
            <a:off x="516100" y="181825"/>
            <a:ext cx="14960400" cy="2400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799">
                <a:solidFill>
                  <a:srgbClr val="FFFFFF"/>
                </a:solidFill>
                <a:latin typeface="Yeseva One"/>
                <a:ea typeface="Yeseva One"/>
                <a:cs typeface="Yeseva One"/>
                <a:sym typeface="Yeseva One"/>
              </a:rPr>
              <a:t>What are the </a:t>
            </a:r>
            <a:r>
              <a:rPr lang="en-US" sz="7799" i="1">
                <a:solidFill>
                  <a:srgbClr val="FFFFFF"/>
                </a:solidFill>
                <a:latin typeface="Yeseva One"/>
                <a:ea typeface="Yeseva One"/>
                <a:cs typeface="Yeseva One"/>
                <a:sym typeface="Yeseva One"/>
              </a:rPr>
              <a:t>types</a:t>
            </a:r>
            <a:r>
              <a:rPr lang="en-US" sz="7799">
                <a:solidFill>
                  <a:srgbClr val="FFFFFF"/>
                </a:solidFill>
                <a:latin typeface="Yeseva One"/>
                <a:ea typeface="Yeseva One"/>
                <a:cs typeface="Yeseva One"/>
                <a:sym typeface="Yeseva One"/>
              </a:rPr>
              <a:t> of water on Earth?</a:t>
            </a:r>
            <a:endParaRPr sz="700"/>
          </a:p>
        </p:txBody>
      </p:sp>
      <p:sp>
        <p:nvSpPr>
          <p:cNvPr id="154" name="Google Shape;154;p16"/>
          <p:cNvSpPr/>
          <p:nvPr/>
        </p:nvSpPr>
        <p:spPr>
          <a:xfrm>
            <a:off x="13402522" y="809993"/>
            <a:ext cx="4039924" cy="1696768"/>
          </a:xfrm>
          <a:custGeom>
            <a:avLst/>
            <a:gdLst/>
            <a:ahLst/>
            <a:cxnLst/>
            <a:rect l="l" t="t" r="r" b="b"/>
            <a:pathLst>
              <a:path w="4039924" h="1696768" extrusionOk="0">
                <a:moveTo>
                  <a:pt x="0" y="0"/>
                </a:moveTo>
                <a:lnTo>
                  <a:pt x="4039924" y="0"/>
                </a:lnTo>
                <a:lnTo>
                  <a:pt x="4039924" y="1696768"/>
                </a:lnTo>
                <a:lnTo>
                  <a:pt x="0" y="1696768"/>
                </a:lnTo>
                <a:lnTo>
                  <a:pt x="0" y="0"/>
                </a:lnTo>
                <a:close/>
              </a:path>
            </a:pathLst>
          </a:custGeom>
          <a:blipFill rotWithShape="1">
            <a:blip r:embed="rId3">
              <a:alphaModFix/>
            </a:blip>
            <a:stretch>
              <a:fillRect/>
            </a:stretch>
          </a:blipFill>
          <a:ln>
            <a:noFill/>
          </a:ln>
        </p:spPr>
        <p:txBody>
          <a:bodyPr/>
          <a:lstStyle/>
          <a:p>
            <a:endParaRPr lang="en-US"/>
          </a:p>
        </p:txBody>
      </p:sp>
      <p:sp>
        <p:nvSpPr>
          <p:cNvPr id="155" name="Google Shape;155;p16"/>
          <p:cNvSpPr/>
          <p:nvPr/>
        </p:nvSpPr>
        <p:spPr>
          <a:xfrm>
            <a:off x="16871949" y="8837850"/>
            <a:ext cx="1136321" cy="1357841"/>
          </a:xfrm>
          <a:custGeom>
            <a:avLst/>
            <a:gdLst/>
            <a:ahLst/>
            <a:cxnLst/>
            <a:rect l="l" t="t" r="r" b="b"/>
            <a:pathLst>
              <a:path w="1825416" h="2351239" extrusionOk="0">
                <a:moveTo>
                  <a:pt x="0" y="0"/>
                </a:moveTo>
                <a:lnTo>
                  <a:pt x="1825416" y="0"/>
                </a:lnTo>
                <a:lnTo>
                  <a:pt x="1825416" y="2351239"/>
                </a:lnTo>
                <a:lnTo>
                  <a:pt x="0" y="2351239"/>
                </a:lnTo>
                <a:lnTo>
                  <a:pt x="0" y="0"/>
                </a:lnTo>
                <a:close/>
              </a:path>
            </a:pathLst>
          </a:custGeom>
          <a:blipFill rotWithShape="1">
            <a:blip r:embed="rId4">
              <a:alphaModFix/>
            </a:blip>
            <a:stretch>
              <a:fillRect/>
            </a:stretch>
          </a:blipFill>
          <a:ln>
            <a:noFill/>
          </a:ln>
        </p:spPr>
        <p:txBody>
          <a:bodyPr/>
          <a:lstStyle/>
          <a:p>
            <a:endParaRPr lang="en-US"/>
          </a:p>
        </p:txBody>
      </p:sp>
      <p:sp>
        <p:nvSpPr>
          <p:cNvPr id="156" name="Google Shape;156;p16"/>
          <p:cNvSpPr/>
          <p:nvPr/>
        </p:nvSpPr>
        <p:spPr>
          <a:xfrm>
            <a:off x="11715788" y="1327875"/>
            <a:ext cx="2806870" cy="1178885"/>
          </a:xfrm>
          <a:custGeom>
            <a:avLst/>
            <a:gdLst/>
            <a:ahLst/>
            <a:cxnLst/>
            <a:rect l="l" t="t" r="r" b="b"/>
            <a:pathLst>
              <a:path w="2806870" h="1178885" extrusionOk="0">
                <a:moveTo>
                  <a:pt x="0" y="0"/>
                </a:moveTo>
                <a:lnTo>
                  <a:pt x="2806870" y="0"/>
                </a:lnTo>
                <a:lnTo>
                  <a:pt x="2806870" y="1178886"/>
                </a:lnTo>
                <a:lnTo>
                  <a:pt x="0" y="1178886"/>
                </a:lnTo>
                <a:lnTo>
                  <a:pt x="0" y="0"/>
                </a:lnTo>
                <a:close/>
              </a:path>
            </a:pathLst>
          </a:custGeom>
          <a:blipFill rotWithShape="1">
            <a:blip r:embed="rId3">
              <a:alphaModFix/>
            </a:blip>
            <a:stretch>
              <a:fillRect/>
            </a:stretch>
          </a:blipFill>
          <a:ln>
            <a:noFill/>
          </a:ln>
        </p:spPr>
        <p:txBody>
          <a:bodyPr/>
          <a:lstStyle/>
          <a:p>
            <a:endParaRPr lang="en-US"/>
          </a:p>
        </p:txBody>
      </p:sp>
      <p:sp>
        <p:nvSpPr>
          <p:cNvPr id="157" name="Google Shape;157;p16"/>
          <p:cNvSpPr/>
          <p:nvPr/>
        </p:nvSpPr>
        <p:spPr>
          <a:xfrm>
            <a:off x="341049" y="8475324"/>
            <a:ext cx="566598" cy="1718872"/>
          </a:xfrm>
          <a:custGeom>
            <a:avLst/>
            <a:gdLst/>
            <a:ahLst/>
            <a:cxnLst/>
            <a:rect l="l" t="t" r="r" b="b"/>
            <a:pathLst>
              <a:path w="566598" h="1718872" extrusionOk="0">
                <a:moveTo>
                  <a:pt x="0" y="0"/>
                </a:moveTo>
                <a:lnTo>
                  <a:pt x="566598" y="0"/>
                </a:lnTo>
                <a:lnTo>
                  <a:pt x="566598" y="1718872"/>
                </a:lnTo>
                <a:lnTo>
                  <a:pt x="0" y="1718872"/>
                </a:lnTo>
                <a:lnTo>
                  <a:pt x="0" y="0"/>
                </a:lnTo>
                <a:close/>
              </a:path>
            </a:pathLst>
          </a:custGeom>
          <a:blipFill rotWithShape="1">
            <a:blip r:embed="rId5">
              <a:alphaModFix/>
            </a:blip>
            <a:stretch>
              <a:fillRect/>
            </a:stretch>
          </a:blipFill>
          <a:ln>
            <a:noFill/>
          </a:ln>
        </p:spPr>
        <p:txBody>
          <a:bodyPr/>
          <a:lstStyle/>
          <a:p>
            <a:endParaRPr lang="en-US"/>
          </a:p>
        </p:txBody>
      </p:sp>
      <p:sp>
        <p:nvSpPr>
          <p:cNvPr id="158" name="Google Shape;158;p16"/>
          <p:cNvSpPr/>
          <p:nvPr/>
        </p:nvSpPr>
        <p:spPr>
          <a:xfrm>
            <a:off x="13402515" y="1536543"/>
            <a:ext cx="2806870" cy="1178885"/>
          </a:xfrm>
          <a:custGeom>
            <a:avLst/>
            <a:gdLst/>
            <a:ahLst/>
            <a:cxnLst/>
            <a:rect l="l" t="t" r="r" b="b"/>
            <a:pathLst>
              <a:path w="2806870" h="1178885" extrusionOk="0">
                <a:moveTo>
                  <a:pt x="0" y="0"/>
                </a:moveTo>
                <a:lnTo>
                  <a:pt x="2806870" y="0"/>
                </a:lnTo>
                <a:lnTo>
                  <a:pt x="2806870" y="1178885"/>
                </a:lnTo>
                <a:lnTo>
                  <a:pt x="0" y="1178885"/>
                </a:lnTo>
                <a:lnTo>
                  <a:pt x="0" y="0"/>
                </a:lnTo>
                <a:close/>
              </a:path>
            </a:pathLst>
          </a:custGeom>
          <a:blipFill rotWithShape="1">
            <a:blip r:embed="rId3">
              <a:alphaModFix/>
            </a:blip>
            <a:stretch>
              <a:fillRect/>
            </a:stretch>
          </a:blipFill>
          <a:ln>
            <a:noFill/>
          </a:ln>
        </p:spPr>
        <p:txBody>
          <a:bodyPr/>
          <a:lstStyle/>
          <a:p>
            <a:endParaRPr lang="en-US"/>
          </a:p>
        </p:txBody>
      </p:sp>
      <p:sp>
        <p:nvSpPr>
          <p:cNvPr id="159" name="Google Shape;159;p16"/>
          <p:cNvSpPr/>
          <p:nvPr/>
        </p:nvSpPr>
        <p:spPr>
          <a:xfrm>
            <a:off x="15476521" y="2582722"/>
            <a:ext cx="1568342" cy="1816910"/>
          </a:xfrm>
          <a:custGeom>
            <a:avLst/>
            <a:gdLst/>
            <a:ahLst/>
            <a:cxnLst/>
            <a:rect l="l" t="t" r="r" b="b"/>
            <a:pathLst>
              <a:path w="1568342" h="1816910" extrusionOk="0">
                <a:moveTo>
                  <a:pt x="0" y="0"/>
                </a:moveTo>
                <a:lnTo>
                  <a:pt x="1568342" y="0"/>
                </a:lnTo>
                <a:lnTo>
                  <a:pt x="1568342" y="1816910"/>
                </a:lnTo>
                <a:lnTo>
                  <a:pt x="0" y="1816910"/>
                </a:lnTo>
                <a:lnTo>
                  <a:pt x="0" y="0"/>
                </a:lnTo>
                <a:close/>
              </a:path>
            </a:pathLst>
          </a:custGeom>
          <a:blipFill rotWithShape="1">
            <a:blip r:embed="rId6">
              <a:alphaModFix/>
            </a:blip>
            <a:stretch>
              <a:fillRect l="-126829" b="-65013"/>
            </a:stretch>
          </a:blipFill>
          <a:ln>
            <a:noFill/>
          </a:ln>
        </p:spPr>
        <p:txBody>
          <a:bodyPr/>
          <a:lstStyle/>
          <a:p>
            <a:endParaRPr lang="en-US"/>
          </a:p>
        </p:txBody>
      </p:sp>
      <p:sp>
        <p:nvSpPr>
          <p:cNvPr id="160" name="Google Shape;160;p16"/>
          <p:cNvSpPr/>
          <p:nvPr/>
        </p:nvSpPr>
        <p:spPr>
          <a:xfrm>
            <a:off x="14468806" y="2906572"/>
            <a:ext cx="1568342" cy="1816910"/>
          </a:xfrm>
          <a:custGeom>
            <a:avLst/>
            <a:gdLst/>
            <a:ahLst/>
            <a:cxnLst/>
            <a:rect l="l" t="t" r="r" b="b"/>
            <a:pathLst>
              <a:path w="1568342" h="1816910" extrusionOk="0">
                <a:moveTo>
                  <a:pt x="0" y="0"/>
                </a:moveTo>
                <a:lnTo>
                  <a:pt x="1568342" y="0"/>
                </a:lnTo>
                <a:lnTo>
                  <a:pt x="1568342" y="1816910"/>
                </a:lnTo>
                <a:lnTo>
                  <a:pt x="0" y="1816910"/>
                </a:lnTo>
                <a:lnTo>
                  <a:pt x="0" y="0"/>
                </a:lnTo>
                <a:close/>
              </a:path>
            </a:pathLst>
          </a:custGeom>
          <a:blipFill rotWithShape="1">
            <a:blip r:embed="rId6">
              <a:alphaModFix/>
            </a:blip>
            <a:stretch>
              <a:fillRect l="-126829" b="-65013"/>
            </a:stretch>
          </a:blipFill>
          <a:ln>
            <a:noFill/>
          </a:ln>
        </p:spPr>
        <p:txBody>
          <a:bodyPr/>
          <a:lstStyle/>
          <a:p>
            <a:endParaRPr lang="en-US"/>
          </a:p>
        </p:txBody>
      </p:sp>
      <p:sp>
        <p:nvSpPr>
          <p:cNvPr id="161" name="Google Shape;161;p16"/>
          <p:cNvSpPr/>
          <p:nvPr/>
        </p:nvSpPr>
        <p:spPr>
          <a:xfrm>
            <a:off x="13684635" y="2906572"/>
            <a:ext cx="1568342" cy="1816910"/>
          </a:xfrm>
          <a:custGeom>
            <a:avLst/>
            <a:gdLst/>
            <a:ahLst/>
            <a:cxnLst/>
            <a:rect l="l" t="t" r="r" b="b"/>
            <a:pathLst>
              <a:path w="1568342" h="1816910" extrusionOk="0">
                <a:moveTo>
                  <a:pt x="0" y="0"/>
                </a:moveTo>
                <a:lnTo>
                  <a:pt x="1568342" y="0"/>
                </a:lnTo>
                <a:lnTo>
                  <a:pt x="1568342" y="1816910"/>
                </a:lnTo>
                <a:lnTo>
                  <a:pt x="0" y="1816910"/>
                </a:lnTo>
                <a:lnTo>
                  <a:pt x="0" y="0"/>
                </a:lnTo>
                <a:close/>
              </a:path>
            </a:pathLst>
          </a:custGeom>
          <a:blipFill rotWithShape="1">
            <a:blip r:embed="rId6">
              <a:alphaModFix/>
            </a:blip>
            <a:stretch>
              <a:fillRect l="-126829" b="-65013"/>
            </a:stretch>
          </a:blipFill>
          <a:ln>
            <a:noFill/>
          </a:ln>
        </p:spPr>
        <p:txBody>
          <a:bodyPr/>
          <a:lstStyle/>
          <a:p>
            <a:endParaRPr lang="en-US"/>
          </a:p>
        </p:txBody>
      </p:sp>
      <p:sp>
        <p:nvSpPr>
          <p:cNvPr id="162" name="Google Shape;162;p16"/>
          <p:cNvSpPr/>
          <p:nvPr/>
        </p:nvSpPr>
        <p:spPr>
          <a:xfrm>
            <a:off x="12574644" y="2715434"/>
            <a:ext cx="1568342" cy="1816910"/>
          </a:xfrm>
          <a:custGeom>
            <a:avLst/>
            <a:gdLst/>
            <a:ahLst/>
            <a:cxnLst/>
            <a:rect l="l" t="t" r="r" b="b"/>
            <a:pathLst>
              <a:path w="1568342" h="1816910" extrusionOk="0">
                <a:moveTo>
                  <a:pt x="0" y="0"/>
                </a:moveTo>
                <a:lnTo>
                  <a:pt x="1568342" y="0"/>
                </a:lnTo>
                <a:lnTo>
                  <a:pt x="1568342" y="1816911"/>
                </a:lnTo>
                <a:lnTo>
                  <a:pt x="0" y="1816911"/>
                </a:lnTo>
                <a:lnTo>
                  <a:pt x="0" y="0"/>
                </a:lnTo>
                <a:close/>
              </a:path>
            </a:pathLst>
          </a:custGeom>
          <a:blipFill rotWithShape="1">
            <a:blip r:embed="rId6">
              <a:alphaModFix/>
            </a:blip>
            <a:stretch>
              <a:fillRect l="-126829" b="-65013"/>
            </a:stretch>
          </a:blipFill>
          <a:ln>
            <a:noFill/>
          </a:ln>
        </p:spPr>
        <p:txBody>
          <a:bodyPr/>
          <a:lstStyle/>
          <a:p>
            <a:endParaRPr lang="en-US"/>
          </a:p>
        </p:txBody>
      </p:sp>
      <p:sp>
        <p:nvSpPr>
          <p:cNvPr id="163" name="Google Shape;163;p16"/>
          <p:cNvSpPr/>
          <p:nvPr/>
        </p:nvSpPr>
        <p:spPr>
          <a:xfrm>
            <a:off x="11328295" y="2187748"/>
            <a:ext cx="1568342" cy="1816910"/>
          </a:xfrm>
          <a:custGeom>
            <a:avLst/>
            <a:gdLst/>
            <a:ahLst/>
            <a:cxnLst/>
            <a:rect l="l" t="t" r="r" b="b"/>
            <a:pathLst>
              <a:path w="1568342" h="1816910" extrusionOk="0">
                <a:moveTo>
                  <a:pt x="0" y="0"/>
                </a:moveTo>
                <a:lnTo>
                  <a:pt x="1568342" y="0"/>
                </a:lnTo>
                <a:lnTo>
                  <a:pt x="1568342" y="1816910"/>
                </a:lnTo>
                <a:lnTo>
                  <a:pt x="0" y="1816910"/>
                </a:lnTo>
                <a:lnTo>
                  <a:pt x="0" y="0"/>
                </a:lnTo>
                <a:close/>
              </a:path>
            </a:pathLst>
          </a:custGeom>
          <a:blipFill rotWithShape="1">
            <a:blip r:embed="rId6">
              <a:alphaModFix/>
            </a:blip>
            <a:stretch>
              <a:fillRect l="-126829" b="-65013"/>
            </a:stretch>
          </a:blipFill>
          <a:ln>
            <a:noFill/>
          </a:ln>
        </p:spPr>
        <p:txBody>
          <a:bodyPr/>
          <a:lstStyle/>
          <a:p>
            <a:endParaRPr lang="en-US"/>
          </a:p>
        </p:txBody>
      </p:sp>
      <p:pic>
        <p:nvPicPr>
          <p:cNvPr id="164" name="Google Shape;164;p16"/>
          <p:cNvPicPr preferRelativeResize="0"/>
          <p:nvPr/>
        </p:nvPicPr>
        <p:blipFill rotWithShape="1">
          <a:blip r:embed="rId7">
            <a:alphaModFix/>
          </a:blip>
          <a:srcRect l="3802" t="16662" r="5006" b="14200"/>
          <a:stretch/>
        </p:blipFill>
        <p:spPr>
          <a:xfrm>
            <a:off x="8150675" y="2838663"/>
            <a:ext cx="8894200" cy="46096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7AC2E2"/>
        </a:solidFill>
        <a:effectLst/>
      </p:bgPr>
    </p:bg>
    <p:spTree>
      <p:nvGrpSpPr>
        <p:cNvPr id="1" name="Shape 168"/>
        <p:cNvGrpSpPr/>
        <p:nvPr/>
      </p:nvGrpSpPr>
      <p:grpSpPr>
        <a:xfrm>
          <a:off x="0" y="0"/>
          <a:ext cx="0" cy="0"/>
          <a:chOff x="0" y="0"/>
          <a:chExt cx="0" cy="0"/>
        </a:xfrm>
      </p:grpSpPr>
      <p:grpSp>
        <p:nvGrpSpPr>
          <p:cNvPr id="169" name="Google Shape;169;p17"/>
          <p:cNvGrpSpPr/>
          <p:nvPr/>
        </p:nvGrpSpPr>
        <p:grpSpPr>
          <a:xfrm>
            <a:off x="599225" y="2506750"/>
            <a:ext cx="17089555" cy="7205949"/>
            <a:chOff x="0" y="0"/>
            <a:chExt cx="4500923" cy="1984618"/>
          </a:xfrm>
        </p:grpSpPr>
        <p:sp>
          <p:nvSpPr>
            <p:cNvPr id="170" name="Google Shape;170;p17"/>
            <p:cNvSpPr/>
            <p:nvPr/>
          </p:nvSpPr>
          <p:spPr>
            <a:xfrm>
              <a:off x="0" y="0"/>
              <a:ext cx="4500923" cy="1984618"/>
            </a:xfrm>
            <a:custGeom>
              <a:avLst/>
              <a:gdLst/>
              <a:ahLst/>
              <a:cxnLst/>
              <a:rect l="l" t="t" r="r" b="b"/>
              <a:pathLst>
                <a:path w="4500923" h="1922148" extrusionOk="0">
                  <a:moveTo>
                    <a:pt x="0" y="0"/>
                  </a:moveTo>
                  <a:lnTo>
                    <a:pt x="4500923" y="0"/>
                  </a:lnTo>
                  <a:lnTo>
                    <a:pt x="4500923" y="1922148"/>
                  </a:lnTo>
                  <a:lnTo>
                    <a:pt x="0" y="1922148"/>
                  </a:lnTo>
                  <a:close/>
                </a:path>
              </a:pathLst>
            </a:custGeom>
            <a:solidFill>
              <a:srgbClr val="A9DEF8"/>
            </a:solidFill>
            <a:ln>
              <a:noFill/>
            </a:ln>
          </p:spPr>
          <p:txBody>
            <a:bodyPr/>
            <a:lstStyle/>
            <a:p>
              <a:endParaRPr lang="en-US"/>
            </a:p>
          </p:txBody>
        </p:sp>
        <p:sp>
          <p:nvSpPr>
            <p:cNvPr id="171" name="Google Shape;171;p17"/>
            <p:cNvSpPr txBox="1"/>
            <p:nvPr/>
          </p:nvSpPr>
          <p:spPr>
            <a:xfrm>
              <a:off x="43983" y="26901"/>
              <a:ext cx="2687100" cy="1830000"/>
            </a:xfrm>
            <a:prstGeom prst="rect">
              <a:avLst/>
            </a:prstGeom>
            <a:noFill/>
            <a:ln>
              <a:noFill/>
            </a:ln>
          </p:spPr>
          <p:txBody>
            <a:bodyPr spcFirstLastPara="1" wrap="square" lIns="50800" tIns="50800" rIns="50800" bIns="50800" anchor="t" anchorCtr="0">
              <a:noAutofit/>
            </a:bodyPr>
            <a:lstStyle/>
            <a:p>
              <a:pPr marL="0" marR="0" lvl="0" indent="0" algn="l" rtl="0">
                <a:lnSpc>
                  <a:spcPct val="116666"/>
                </a:lnSpc>
                <a:spcBef>
                  <a:spcPts val="0"/>
                </a:spcBef>
                <a:spcAft>
                  <a:spcPts val="0"/>
                </a:spcAft>
                <a:buNone/>
              </a:pPr>
              <a:r>
                <a:rPr lang="en-US" sz="4700">
                  <a:solidFill>
                    <a:schemeClr val="dk1"/>
                  </a:solidFill>
                  <a:latin typeface="Comic Sans MS"/>
                  <a:ea typeface="Comic Sans MS"/>
                  <a:cs typeface="Comic Sans MS"/>
                  <a:sym typeface="Comic Sans MS"/>
                </a:rPr>
                <a:t>Freshwater is limited, forms only a small fraction of Earth’s total water, and is found in rivers, lakes, wetlands, glaciers, the atmosphere and groundwater. These sources are essential for drinking, agriculture, industry and ecosystems.</a:t>
              </a:r>
              <a:endParaRPr sz="4700">
                <a:solidFill>
                  <a:schemeClr val="dk1"/>
                </a:solidFill>
                <a:latin typeface="Comic Sans MS"/>
                <a:ea typeface="Comic Sans MS"/>
                <a:cs typeface="Comic Sans MS"/>
                <a:sym typeface="Comic Sans MS"/>
              </a:endParaRPr>
            </a:p>
            <a:p>
              <a:pPr marL="0" marR="0" lvl="0" indent="0" algn="l" rtl="0">
                <a:lnSpc>
                  <a:spcPct val="116666"/>
                </a:lnSpc>
                <a:spcBef>
                  <a:spcPts val="0"/>
                </a:spcBef>
                <a:spcAft>
                  <a:spcPts val="0"/>
                </a:spcAft>
                <a:buNone/>
              </a:pPr>
              <a:endParaRPr sz="4700">
                <a:solidFill>
                  <a:schemeClr val="dk1"/>
                </a:solidFill>
                <a:latin typeface="Comic Sans MS"/>
                <a:ea typeface="Comic Sans MS"/>
                <a:cs typeface="Comic Sans MS"/>
                <a:sym typeface="Comic Sans MS"/>
              </a:endParaRPr>
            </a:p>
          </p:txBody>
        </p:sp>
      </p:grpSp>
      <p:sp>
        <p:nvSpPr>
          <p:cNvPr id="172" name="Google Shape;172;p17"/>
          <p:cNvSpPr txBox="1"/>
          <p:nvPr/>
        </p:nvSpPr>
        <p:spPr>
          <a:xfrm>
            <a:off x="516100" y="181825"/>
            <a:ext cx="14960400" cy="2400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799">
                <a:solidFill>
                  <a:srgbClr val="FFFFFF"/>
                </a:solidFill>
                <a:latin typeface="Yeseva One"/>
                <a:ea typeface="Yeseva One"/>
                <a:cs typeface="Yeseva One"/>
                <a:sym typeface="Yeseva One"/>
              </a:rPr>
              <a:t>What are the </a:t>
            </a:r>
            <a:r>
              <a:rPr lang="en-US" sz="7799" i="1">
                <a:solidFill>
                  <a:srgbClr val="FFFFFF"/>
                </a:solidFill>
                <a:latin typeface="Yeseva One"/>
                <a:ea typeface="Yeseva One"/>
                <a:cs typeface="Yeseva One"/>
                <a:sym typeface="Yeseva One"/>
              </a:rPr>
              <a:t>types</a:t>
            </a:r>
            <a:r>
              <a:rPr lang="en-US" sz="7799">
                <a:solidFill>
                  <a:srgbClr val="FFFFFF"/>
                </a:solidFill>
                <a:latin typeface="Yeseva One"/>
                <a:ea typeface="Yeseva One"/>
                <a:cs typeface="Yeseva One"/>
                <a:sym typeface="Yeseva One"/>
              </a:rPr>
              <a:t> of water on Earth?</a:t>
            </a:r>
            <a:endParaRPr sz="700"/>
          </a:p>
        </p:txBody>
      </p:sp>
      <p:sp>
        <p:nvSpPr>
          <p:cNvPr id="173" name="Google Shape;173;p17"/>
          <p:cNvSpPr/>
          <p:nvPr/>
        </p:nvSpPr>
        <p:spPr>
          <a:xfrm>
            <a:off x="13402522" y="809993"/>
            <a:ext cx="4039924" cy="1696768"/>
          </a:xfrm>
          <a:custGeom>
            <a:avLst/>
            <a:gdLst/>
            <a:ahLst/>
            <a:cxnLst/>
            <a:rect l="l" t="t" r="r" b="b"/>
            <a:pathLst>
              <a:path w="4039924" h="1696768" extrusionOk="0">
                <a:moveTo>
                  <a:pt x="0" y="0"/>
                </a:moveTo>
                <a:lnTo>
                  <a:pt x="4039924" y="0"/>
                </a:lnTo>
                <a:lnTo>
                  <a:pt x="4039924" y="1696768"/>
                </a:lnTo>
                <a:lnTo>
                  <a:pt x="0" y="1696768"/>
                </a:lnTo>
                <a:lnTo>
                  <a:pt x="0" y="0"/>
                </a:lnTo>
                <a:close/>
              </a:path>
            </a:pathLst>
          </a:custGeom>
          <a:blipFill rotWithShape="1">
            <a:blip r:embed="rId3">
              <a:alphaModFix/>
            </a:blip>
            <a:stretch>
              <a:fillRect/>
            </a:stretch>
          </a:blipFill>
          <a:ln>
            <a:noFill/>
          </a:ln>
        </p:spPr>
        <p:txBody>
          <a:bodyPr/>
          <a:lstStyle/>
          <a:p>
            <a:endParaRPr lang="en-US"/>
          </a:p>
        </p:txBody>
      </p:sp>
      <p:sp>
        <p:nvSpPr>
          <p:cNvPr id="174" name="Google Shape;174;p17"/>
          <p:cNvSpPr/>
          <p:nvPr/>
        </p:nvSpPr>
        <p:spPr>
          <a:xfrm>
            <a:off x="16871949" y="8837850"/>
            <a:ext cx="1136321" cy="1357841"/>
          </a:xfrm>
          <a:custGeom>
            <a:avLst/>
            <a:gdLst/>
            <a:ahLst/>
            <a:cxnLst/>
            <a:rect l="l" t="t" r="r" b="b"/>
            <a:pathLst>
              <a:path w="1825416" h="2351239" extrusionOk="0">
                <a:moveTo>
                  <a:pt x="0" y="0"/>
                </a:moveTo>
                <a:lnTo>
                  <a:pt x="1825416" y="0"/>
                </a:lnTo>
                <a:lnTo>
                  <a:pt x="1825416" y="2351239"/>
                </a:lnTo>
                <a:lnTo>
                  <a:pt x="0" y="2351239"/>
                </a:lnTo>
                <a:lnTo>
                  <a:pt x="0" y="0"/>
                </a:lnTo>
                <a:close/>
              </a:path>
            </a:pathLst>
          </a:custGeom>
          <a:blipFill rotWithShape="1">
            <a:blip r:embed="rId4">
              <a:alphaModFix/>
            </a:blip>
            <a:stretch>
              <a:fillRect/>
            </a:stretch>
          </a:blipFill>
          <a:ln>
            <a:noFill/>
          </a:ln>
        </p:spPr>
        <p:txBody>
          <a:bodyPr/>
          <a:lstStyle/>
          <a:p>
            <a:endParaRPr lang="en-US"/>
          </a:p>
        </p:txBody>
      </p:sp>
      <p:sp>
        <p:nvSpPr>
          <p:cNvPr id="175" name="Google Shape;175;p17"/>
          <p:cNvSpPr/>
          <p:nvPr/>
        </p:nvSpPr>
        <p:spPr>
          <a:xfrm>
            <a:off x="11715788" y="1327875"/>
            <a:ext cx="2806870" cy="1178885"/>
          </a:xfrm>
          <a:custGeom>
            <a:avLst/>
            <a:gdLst/>
            <a:ahLst/>
            <a:cxnLst/>
            <a:rect l="l" t="t" r="r" b="b"/>
            <a:pathLst>
              <a:path w="2806870" h="1178885" extrusionOk="0">
                <a:moveTo>
                  <a:pt x="0" y="0"/>
                </a:moveTo>
                <a:lnTo>
                  <a:pt x="2806870" y="0"/>
                </a:lnTo>
                <a:lnTo>
                  <a:pt x="2806870" y="1178886"/>
                </a:lnTo>
                <a:lnTo>
                  <a:pt x="0" y="1178886"/>
                </a:lnTo>
                <a:lnTo>
                  <a:pt x="0" y="0"/>
                </a:lnTo>
                <a:close/>
              </a:path>
            </a:pathLst>
          </a:custGeom>
          <a:blipFill rotWithShape="1">
            <a:blip r:embed="rId3">
              <a:alphaModFix/>
            </a:blip>
            <a:stretch>
              <a:fillRect/>
            </a:stretch>
          </a:blipFill>
          <a:ln>
            <a:noFill/>
          </a:ln>
        </p:spPr>
        <p:txBody>
          <a:bodyPr/>
          <a:lstStyle/>
          <a:p>
            <a:endParaRPr lang="en-US"/>
          </a:p>
        </p:txBody>
      </p:sp>
      <p:sp>
        <p:nvSpPr>
          <p:cNvPr id="176" name="Google Shape;176;p17"/>
          <p:cNvSpPr/>
          <p:nvPr/>
        </p:nvSpPr>
        <p:spPr>
          <a:xfrm>
            <a:off x="341049" y="8475324"/>
            <a:ext cx="566598" cy="1718872"/>
          </a:xfrm>
          <a:custGeom>
            <a:avLst/>
            <a:gdLst/>
            <a:ahLst/>
            <a:cxnLst/>
            <a:rect l="l" t="t" r="r" b="b"/>
            <a:pathLst>
              <a:path w="566598" h="1718872" extrusionOk="0">
                <a:moveTo>
                  <a:pt x="0" y="0"/>
                </a:moveTo>
                <a:lnTo>
                  <a:pt x="566598" y="0"/>
                </a:lnTo>
                <a:lnTo>
                  <a:pt x="566598" y="1718872"/>
                </a:lnTo>
                <a:lnTo>
                  <a:pt x="0" y="1718872"/>
                </a:lnTo>
                <a:lnTo>
                  <a:pt x="0" y="0"/>
                </a:lnTo>
                <a:close/>
              </a:path>
            </a:pathLst>
          </a:custGeom>
          <a:blipFill rotWithShape="1">
            <a:blip r:embed="rId5">
              <a:alphaModFix/>
            </a:blip>
            <a:stretch>
              <a:fillRect/>
            </a:stretch>
          </a:blipFill>
          <a:ln>
            <a:noFill/>
          </a:ln>
        </p:spPr>
        <p:txBody>
          <a:bodyPr/>
          <a:lstStyle/>
          <a:p>
            <a:endParaRPr lang="en-US"/>
          </a:p>
        </p:txBody>
      </p:sp>
      <p:sp>
        <p:nvSpPr>
          <p:cNvPr id="177" name="Google Shape;177;p17"/>
          <p:cNvSpPr/>
          <p:nvPr/>
        </p:nvSpPr>
        <p:spPr>
          <a:xfrm>
            <a:off x="13402515" y="1536543"/>
            <a:ext cx="2806870" cy="1178885"/>
          </a:xfrm>
          <a:custGeom>
            <a:avLst/>
            <a:gdLst/>
            <a:ahLst/>
            <a:cxnLst/>
            <a:rect l="l" t="t" r="r" b="b"/>
            <a:pathLst>
              <a:path w="2806870" h="1178885" extrusionOk="0">
                <a:moveTo>
                  <a:pt x="0" y="0"/>
                </a:moveTo>
                <a:lnTo>
                  <a:pt x="2806870" y="0"/>
                </a:lnTo>
                <a:lnTo>
                  <a:pt x="2806870" y="1178885"/>
                </a:lnTo>
                <a:lnTo>
                  <a:pt x="0" y="1178885"/>
                </a:lnTo>
                <a:lnTo>
                  <a:pt x="0" y="0"/>
                </a:lnTo>
                <a:close/>
              </a:path>
            </a:pathLst>
          </a:custGeom>
          <a:blipFill rotWithShape="1">
            <a:blip r:embed="rId3">
              <a:alphaModFix/>
            </a:blip>
            <a:stretch>
              <a:fillRect/>
            </a:stretch>
          </a:blipFill>
          <a:ln>
            <a:noFill/>
          </a:ln>
        </p:spPr>
        <p:txBody>
          <a:bodyPr/>
          <a:lstStyle/>
          <a:p>
            <a:endParaRPr lang="en-US"/>
          </a:p>
        </p:txBody>
      </p:sp>
      <p:sp>
        <p:nvSpPr>
          <p:cNvPr id="178" name="Google Shape;178;p17"/>
          <p:cNvSpPr/>
          <p:nvPr/>
        </p:nvSpPr>
        <p:spPr>
          <a:xfrm>
            <a:off x="15476521" y="2582722"/>
            <a:ext cx="1568342" cy="1816910"/>
          </a:xfrm>
          <a:custGeom>
            <a:avLst/>
            <a:gdLst/>
            <a:ahLst/>
            <a:cxnLst/>
            <a:rect l="l" t="t" r="r" b="b"/>
            <a:pathLst>
              <a:path w="1568342" h="1816910" extrusionOk="0">
                <a:moveTo>
                  <a:pt x="0" y="0"/>
                </a:moveTo>
                <a:lnTo>
                  <a:pt x="1568342" y="0"/>
                </a:lnTo>
                <a:lnTo>
                  <a:pt x="1568342" y="1816910"/>
                </a:lnTo>
                <a:lnTo>
                  <a:pt x="0" y="1816910"/>
                </a:lnTo>
                <a:lnTo>
                  <a:pt x="0" y="0"/>
                </a:lnTo>
                <a:close/>
              </a:path>
            </a:pathLst>
          </a:custGeom>
          <a:blipFill rotWithShape="1">
            <a:blip r:embed="rId6">
              <a:alphaModFix/>
            </a:blip>
            <a:stretch>
              <a:fillRect l="-126829" b="-65008"/>
            </a:stretch>
          </a:blipFill>
          <a:ln>
            <a:noFill/>
          </a:ln>
        </p:spPr>
        <p:txBody>
          <a:bodyPr/>
          <a:lstStyle/>
          <a:p>
            <a:endParaRPr lang="en-US"/>
          </a:p>
        </p:txBody>
      </p:sp>
      <p:sp>
        <p:nvSpPr>
          <p:cNvPr id="179" name="Google Shape;179;p17"/>
          <p:cNvSpPr/>
          <p:nvPr/>
        </p:nvSpPr>
        <p:spPr>
          <a:xfrm>
            <a:off x="14468806" y="2906572"/>
            <a:ext cx="1568342" cy="1816910"/>
          </a:xfrm>
          <a:custGeom>
            <a:avLst/>
            <a:gdLst/>
            <a:ahLst/>
            <a:cxnLst/>
            <a:rect l="l" t="t" r="r" b="b"/>
            <a:pathLst>
              <a:path w="1568342" h="1816910" extrusionOk="0">
                <a:moveTo>
                  <a:pt x="0" y="0"/>
                </a:moveTo>
                <a:lnTo>
                  <a:pt x="1568342" y="0"/>
                </a:lnTo>
                <a:lnTo>
                  <a:pt x="1568342" y="1816910"/>
                </a:lnTo>
                <a:lnTo>
                  <a:pt x="0" y="1816910"/>
                </a:lnTo>
                <a:lnTo>
                  <a:pt x="0" y="0"/>
                </a:lnTo>
                <a:close/>
              </a:path>
            </a:pathLst>
          </a:custGeom>
          <a:blipFill rotWithShape="1">
            <a:blip r:embed="rId6">
              <a:alphaModFix/>
            </a:blip>
            <a:stretch>
              <a:fillRect l="-126829" b="-65008"/>
            </a:stretch>
          </a:blipFill>
          <a:ln>
            <a:noFill/>
          </a:ln>
        </p:spPr>
        <p:txBody>
          <a:bodyPr/>
          <a:lstStyle/>
          <a:p>
            <a:endParaRPr lang="en-US"/>
          </a:p>
        </p:txBody>
      </p:sp>
      <p:sp>
        <p:nvSpPr>
          <p:cNvPr id="180" name="Google Shape;180;p17"/>
          <p:cNvSpPr/>
          <p:nvPr/>
        </p:nvSpPr>
        <p:spPr>
          <a:xfrm>
            <a:off x="13684635" y="2906572"/>
            <a:ext cx="1568342" cy="1816910"/>
          </a:xfrm>
          <a:custGeom>
            <a:avLst/>
            <a:gdLst/>
            <a:ahLst/>
            <a:cxnLst/>
            <a:rect l="l" t="t" r="r" b="b"/>
            <a:pathLst>
              <a:path w="1568342" h="1816910" extrusionOk="0">
                <a:moveTo>
                  <a:pt x="0" y="0"/>
                </a:moveTo>
                <a:lnTo>
                  <a:pt x="1568342" y="0"/>
                </a:lnTo>
                <a:lnTo>
                  <a:pt x="1568342" y="1816910"/>
                </a:lnTo>
                <a:lnTo>
                  <a:pt x="0" y="1816910"/>
                </a:lnTo>
                <a:lnTo>
                  <a:pt x="0" y="0"/>
                </a:lnTo>
                <a:close/>
              </a:path>
            </a:pathLst>
          </a:custGeom>
          <a:blipFill rotWithShape="1">
            <a:blip r:embed="rId6">
              <a:alphaModFix/>
            </a:blip>
            <a:stretch>
              <a:fillRect l="-126829" b="-65008"/>
            </a:stretch>
          </a:blipFill>
          <a:ln>
            <a:noFill/>
          </a:ln>
        </p:spPr>
        <p:txBody>
          <a:bodyPr/>
          <a:lstStyle/>
          <a:p>
            <a:endParaRPr lang="en-US"/>
          </a:p>
        </p:txBody>
      </p:sp>
      <p:sp>
        <p:nvSpPr>
          <p:cNvPr id="181" name="Google Shape;181;p17"/>
          <p:cNvSpPr/>
          <p:nvPr/>
        </p:nvSpPr>
        <p:spPr>
          <a:xfrm>
            <a:off x="12574644" y="2715434"/>
            <a:ext cx="1568342" cy="1816910"/>
          </a:xfrm>
          <a:custGeom>
            <a:avLst/>
            <a:gdLst/>
            <a:ahLst/>
            <a:cxnLst/>
            <a:rect l="l" t="t" r="r" b="b"/>
            <a:pathLst>
              <a:path w="1568342" h="1816910" extrusionOk="0">
                <a:moveTo>
                  <a:pt x="0" y="0"/>
                </a:moveTo>
                <a:lnTo>
                  <a:pt x="1568342" y="0"/>
                </a:lnTo>
                <a:lnTo>
                  <a:pt x="1568342" y="1816911"/>
                </a:lnTo>
                <a:lnTo>
                  <a:pt x="0" y="1816911"/>
                </a:lnTo>
                <a:lnTo>
                  <a:pt x="0" y="0"/>
                </a:lnTo>
                <a:close/>
              </a:path>
            </a:pathLst>
          </a:custGeom>
          <a:blipFill rotWithShape="1">
            <a:blip r:embed="rId6">
              <a:alphaModFix/>
            </a:blip>
            <a:stretch>
              <a:fillRect l="-126829" b="-65008"/>
            </a:stretch>
          </a:blipFill>
          <a:ln>
            <a:noFill/>
          </a:ln>
        </p:spPr>
        <p:txBody>
          <a:bodyPr/>
          <a:lstStyle/>
          <a:p>
            <a:endParaRPr lang="en-US"/>
          </a:p>
        </p:txBody>
      </p:sp>
      <p:sp>
        <p:nvSpPr>
          <p:cNvPr id="182" name="Google Shape;182;p17"/>
          <p:cNvSpPr/>
          <p:nvPr/>
        </p:nvSpPr>
        <p:spPr>
          <a:xfrm>
            <a:off x="11328295" y="2187748"/>
            <a:ext cx="1568342" cy="1816910"/>
          </a:xfrm>
          <a:custGeom>
            <a:avLst/>
            <a:gdLst/>
            <a:ahLst/>
            <a:cxnLst/>
            <a:rect l="l" t="t" r="r" b="b"/>
            <a:pathLst>
              <a:path w="1568342" h="1816910" extrusionOk="0">
                <a:moveTo>
                  <a:pt x="0" y="0"/>
                </a:moveTo>
                <a:lnTo>
                  <a:pt x="1568342" y="0"/>
                </a:lnTo>
                <a:lnTo>
                  <a:pt x="1568342" y="1816910"/>
                </a:lnTo>
                <a:lnTo>
                  <a:pt x="0" y="1816910"/>
                </a:lnTo>
                <a:lnTo>
                  <a:pt x="0" y="0"/>
                </a:lnTo>
                <a:close/>
              </a:path>
            </a:pathLst>
          </a:custGeom>
          <a:blipFill rotWithShape="1">
            <a:blip r:embed="rId6">
              <a:alphaModFix/>
            </a:blip>
            <a:stretch>
              <a:fillRect l="-126829" b="-65008"/>
            </a:stretch>
          </a:blipFill>
          <a:ln>
            <a:noFill/>
          </a:ln>
        </p:spPr>
        <p:txBody>
          <a:bodyPr/>
          <a:lstStyle/>
          <a:p>
            <a:endParaRPr lang="en-US"/>
          </a:p>
        </p:txBody>
      </p:sp>
      <p:pic>
        <p:nvPicPr>
          <p:cNvPr id="183" name="Google Shape;183;p17"/>
          <p:cNvPicPr preferRelativeResize="0"/>
          <p:nvPr/>
        </p:nvPicPr>
        <p:blipFill rotWithShape="1">
          <a:blip r:embed="rId7">
            <a:alphaModFix/>
          </a:blip>
          <a:srcRect l="17686" t="19244" r="19009"/>
          <a:stretch/>
        </p:blipFill>
        <p:spPr>
          <a:xfrm>
            <a:off x="11099282" y="3010913"/>
            <a:ext cx="6343175" cy="553146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7AC2E2"/>
        </a:solidFill>
        <a:effectLst/>
      </p:bgPr>
    </p:bg>
    <p:spTree>
      <p:nvGrpSpPr>
        <p:cNvPr id="1" name="Shape 187"/>
        <p:cNvGrpSpPr/>
        <p:nvPr/>
      </p:nvGrpSpPr>
      <p:grpSpPr>
        <a:xfrm>
          <a:off x="0" y="0"/>
          <a:ext cx="0" cy="0"/>
          <a:chOff x="0" y="0"/>
          <a:chExt cx="0" cy="0"/>
        </a:xfrm>
      </p:grpSpPr>
      <p:grpSp>
        <p:nvGrpSpPr>
          <p:cNvPr id="188" name="Google Shape;188;p18"/>
          <p:cNvGrpSpPr/>
          <p:nvPr/>
        </p:nvGrpSpPr>
        <p:grpSpPr>
          <a:xfrm>
            <a:off x="599225" y="2506750"/>
            <a:ext cx="17089555" cy="7205949"/>
            <a:chOff x="0" y="0"/>
            <a:chExt cx="4500923" cy="1984618"/>
          </a:xfrm>
        </p:grpSpPr>
        <p:sp>
          <p:nvSpPr>
            <p:cNvPr id="189" name="Google Shape;189;p18"/>
            <p:cNvSpPr/>
            <p:nvPr/>
          </p:nvSpPr>
          <p:spPr>
            <a:xfrm>
              <a:off x="0" y="0"/>
              <a:ext cx="4500923" cy="1984618"/>
            </a:xfrm>
            <a:custGeom>
              <a:avLst/>
              <a:gdLst/>
              <a:ahLst/>
              <a:cxnLst/>
              <a:rect l="l" t="t" r="r" b="b"/>
              <a:pathLst>
                <a:path w="4500923" h="1922148" extrusionOk="0">
                  <a:moveTo>
                    <a:pt x="0" y="0"/>
                  </a:moveTo>
                  <a:lnTo>
                    <a:pt x="4500923" y="0"/>
                  </a:lnTo>
                  <a:lnTo>
                    <a:pt x="4500923" y="1922148"/>
                  </a:lnTo>
                  <a:lnTo>
                    <a:pt x="0" y="1922148"/>
                  </a:lnTo>
                  <a:close/>
                </a:path>
              </a:pathLst>
            </a:custGeom>
            <a:solidFill>
              <a:srgbClr val="A9DEF8"/>
            </a:solidFill>
            <a:ln>
              <a:noFill/>
            </a:ln>
          </p:spPr>
          <p:txBody>
            <a:bodyPr/>
            <a:lstStyle/>
            <a:p>
              <a:endParaRPr lang="en-US"/>
            </a:p>
          </p:txBody>
        </p:sp>
        <p:sp>
          <p:nvSpPr>
            <p:cNvPr id="190" name="Google Shape;190;p18"/>
            <p:cNvSpPr txBox="1"/>
            <p:nvPr/>
          </p:nvSpPr>
          <p:spPr>
            <a:xfrm>
              <a:off x="43983" y="26901"/>
              <a:ext cx="4329000" cy="1830000"/>
            </a:xfrm>
            <a:prstGeom prst="rect">
              <a:avLst/>
            </a:prstGeom>
            <a:noFill/>
            <a:ln>
              <a:noFill/>
            </a:ln>
          </p:spPr>
          <p:txBody>
            <a:bodyPr spcFirstLastPara="1" wrap="square" lIns="50800" tIns="50800" rIns="50800" bIns="50800" anchor="t" anchorCtr="0">
              <a:noAutofit/>
            </a:bodyPr>
            <a:lstStyle/>
            <a:p>
              <a:pPr marL="0" marR="0" lvl="0" indent="0" algn="l" rtl="0">
                <a:lnSpc>
                  <a:spcPct val="116666"/>
                </a:lnSpc>
                <a:spcBef>
                  <a:spcPts val="0"/>
                </a:spcBef>
                <a:spcAft>
                  <a:spcPts val="0"/>
                </a:spcAft>
                <a:buNone/>
              </a:pPr>
              <a:r>
                <a:rPr lang="en-US" sz="4000">
                  <a:solidFill>
                    <a:schemeClr val="dk1"/>
                  </a:solidFill>
                  <a:latin typeface="Comic Sans MS"/>
                  <a:ea typeface="Comic Sans MS"/>
                  <a:cs typeface="Comic Sans MS"/>
                  <a:sym typeface="Comic Sans MS"/>
                </a:rPr>
                <a:t>Spaces where freshwater and saltwater mix, such as river mouths, estuaries and some coastal wetlands, are known as brackish water. These areas support unique ecosystems and often act as nursery habitats for marine species.</a:t>
              </a:r>
              <a:endParaRPr sz="4000">
                <a:solidFill>
                  <a:schemeClr val="dk1"/>
                </a:solidFill>
                <a:latin typeface="Comic Sans MS"/>
                <a:ea typeface="Comic Sans MS"/>
                <a:cs typeface="Comic Sans MS"/>
                <a:sym typeface="Comic Sans MS"/>
              </a:endParaRPr>
            </a:p>
          </p:txBody>
        </p:sp>
      </p:grpSp>
      <p:sp>
        <p:nvSpPr>
          <p:cNvPr id="191" name="Google Shape;191;p18"/>
          <p:cNvSpPr txBox="1"/>
          <p:nvPr/>
        </p:nvSpPr>
        <p:spPr>
          <a:xfrm>
            <a:off x="516100" y="181825"/>
            <a:ext cx="14960400" cy="2400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799">
                <a:solidFill>
                  <a:srgbClr val="FFFFFF"/>
                </a:solidFill>
                <a:latin typeface="Yeseva One"/>
                <a:ea typeface="Yeseva One"/>
                <a:cs typeface="Yeseva One"/>
                <a:sym typeface="Yeseva One"/>
              </a:rPr>
              <a:t>What are the </a:t>
            </a:r>
            <a:r>
              <a:rPr lang="en-US" sz="7799" i="1">
                <a:solidFill>
                  <a:srgbClr val="FFFFFF"/>
                </a:solidFill>
                <a:latin typeface="Yeseva One"/>
                <a:ea typeface="Yeseva One"/>
                <a:cs typeface="Yeseva One"/>
                <a:sym typeface="Yeseva One"/>
              </a:rPr>
              <a:t>types</a:t>
            </a:r>
            <a:r>
              <a:rPr lang="en-US" sz="7799">
                <a:solidFill>
                  <a:srgbClr val="FFFFFF"/>
                </a:solidFill>
                <a:latin typeface="Yeseva One"/>
                <a:ea typeface="Yeseva One"/>
                <a:cs typeface="Yeseva One"/>
                <a:sym typeface="Yeseva One"/>
              </a:rPr>
              <a:t> of water on Earth?</a:t>
            </a:r>
            <a:endParaRPr sz="700"/>
          </a:p>
        </p:txBody>
      </p:sp>
      <p:sp>
        <p:nvSpPr>
          <p:cNvPr id="192" name="Google Shape;192;p18"/>
          <p:cNvSpPr/>
          <p:nvPr/>
        </p:nvSpPr>
        <p:spPr>
          <a:xfrm>
            <a:off x="13402522" y="809993"/>
            <a:ext cx="4039924" cy="1696768"/>
          </a:xfrm>
          <a:custGeom>
            <a:avLst/>
            <a:gdLst/>
            <a:ahLst/>
            <a:cxnLst/>
            <a:rect l="l" t="t" r="r" b="b"/>
            <a:pathLst>
              <a:path w="4039924" h="1696768" extrusionOk="0">
                <a:moveTo>
                  <a:pt x="0" y="0"/>
                </a:moveTo>
                <a:lnTo>
                  <a:pt x="4039924" y="0"/>
                </a:lnTo>
                <a:lnTo>
                  <a:pt x="4039924" y="1696768"/>
                </a:lnTo>
                <a:lnTo>
                  <a:pt x="0" y="1696768"/>
                </a:lnTo>
                <a:lnTo>
                  <a:pt x="0" y="0"/>
                </a:lnTo>
                <a:close/>
              </a:path>
            </a:pathLst>
          </a:custGeom>
          <a:blipFill rotWithShape="1">
            <a:blip r:embed="rId3">
              <a:alphaModFix/>
            </a:blip>
            <a:stretch>
              <a:fillRect/>
            </a:stretch>
          </a:blipFill>
          <a:ln>
            <a:noFill/>
          </a:ln>
        </p:spPr>
        <p:txBody>
          <a:bodyPr/>
          <a:lstStyle/>
          <a:p>
            <a:endParaRPr lang="en-US"/>
          </a:p>
        </p:txBody>
      </p:sp>
      <p:sp>
        <p:nvSpPr>
          <p:cNvPr id="193" name="Google Shape;193;p18"/>
          <p:cNvSpPr/>
          <p:nvPr/>
        </p:nvSpPr>
        <p:spPr>
          <a:xfrm>
            <a:off x="16871949" y="8837850"/>
            <a:ext cx="1136321" cy="1357841"/>
          </a:xfrm>
          <a:custGeom>
            <a:avLst/>
            <a:gdLst/>
            <a:ahLst/>
            <a:cxnLst/>
            <a:rect l="l" t="t" r="r" b="b"/>
            <a:pathLst>
              <a:path w="1825416" h="2351239" extrusionOk="0">
                <a:moveTo>
                  <a:pt x="0" y="0"/>
                </a:moveTo>
                <a:lnTo>
                  <a:pt x="1825416" y="0"/>
                </a:lnTo>
                <a:lnTo>
                  <a:pt x="1825416" y="2351239"/>
                </a:lnTo>
                <a:lnTo>
                  <a:pt x="0" y="2351239"/>
                </a:lnTo>
                <a:lnTo>
                  <a:pt x="0" y="0"/>
                </a:lnTo>
                <a:close/>
              </a:path>
            </a:pathLst>
          </a:custGeom>
          <a:blipFill rotWithShape="1">
            <a:blip r:embed="rId4">
              <a:alphaModFix/>
            </a:blip>
            <a:stretch>
              <a:fillRect/>
            </a:stretch>
          </a:blipFill>
          <a:ln>
            <a:noFill/>
          </a:ln>
        </p:spPr>
        <p:txBody>
          <a:bodyPr/>
          <a:lstStyle/>
          <a:p>
            <a:endParaRPr lang="en-US"/>
          </a:p>
        </p:txBody>
      </p:sp>
      <p:sp>
        <p:nvSpPr>
          <p:cNvPr id="194" name="Google Shape;194;p18"/>
          <p:cNvSpPr/>
          <p:nvPr/>
        </p:nvSpPr>
        <p:spPr>
          <a:xfrm>
            <a:off x="11715788" y="1327875"/>
            <a:ext cx="2806870" cy="1178885"/>
          </a:xfrm>
          <a:custGeom>
            <a:avLst/>
            <a:gdLst/>
            <a:ahLst/>
            <a:cxnLst/>
            <a:rect l="l" t="t" r="r" b="b"/>
            <a:pathLst>
              <a:path w="2806870" h="1178885" extrusionOk="0">
                <a:moveTo>
                  <a:pt x="0" y="0"/>
                </a:moveTo>
                <a:lnTo>
                  <a:pt x="2806870" y="0"/>
                </a:lnTo>
                <a:lnTo>
                  <a:pt x="2806870" y="1178886"/>
                </a:lnTo>
                <a:lnTo>
                  <a:pt x="0" y="1178886"/>
                </a:lnTo>
                <a:lnTo>
                  <a:pt x="0" y="0"/>
                </a:lnTo>
                <a:close/>
              </a:path>
            </a:pathLst>
          </a:custGeom>
          <a:blipFill rotWithShape="1">
            <a:blip r:embed="rId3">
              <a:alphaModFix/>
            </a:blip>
            <a:stretch>
              <a:fillRect/>
            </a:stretch>
          </a:blipFill>
          <a:ln>
            <a:noFill/>
          </a:ln>
        </p:spPr>
        <p:txBody>
          <a:bodyPr/>
          <a:lstStyle/>
          <a:p>
            <a:endParaRPr lang="en-US"/>
          </a:p>
        </p:txBody>
      </p:sp>
      <p:sp>
        <p:nvSpPr>
          <p:cNvPr id="195" name="Google Shape;195;p18"/>
          <p:cNvSpPr/>
          <p:nvPr/>
        </p:nvSpPr>
        <p:spPr>
          <a:xfrm>
            <a:off x="341049" y="8475324"/>
            <a:ext cx="566598" cy="1718872"/>
          </a:xfrm>
          <a:custGeom>
            <a:avLst/>
            <a:gdLst/>
            <a:ahLst/>
            <a:cxnLst/>
            <a:rect l="l" t="t" r="r" b="b"/>
            <a:pathLst>
              <a:path w="566598" h="1718872" extrusionOk="0">
                <a:moveTo>
                  <a:pt x="0" y="0"/>
                </a:moveTo>
                <a:lnTo>
                  <a:pt x="566598" y="0"/>
                </a:lnTo>
                <a:lnTo>
                  <a:pt x="566598" y="1718872"/>
                </a:lnTo>
                <a:lnTo>
                  <a:pt x="0" y="1718872"/>
                </a:lnTo>
                <a:lnTo>
                  <a:pt x="0" y="0"/>
                </a:lnTo>
                <a:close/>
              </a:path>
            </a:pathLst>
          </a:custGeom>
          <a:blipFill rotWithShape="1">
            <a:blip r:embed="rId5">
              <a:alphaModFix/>
            </a:blip>
            <a:stretch>
              <a:fillRect/>
            </a:stretch>
          </a:blipFill>
          <a:ln>
            <a:noFill/>
          </a:ln>
        </p:spPr>
        <p:txBody>
          <a:bodyPr/>
          <a:lstStyle/>
          <a:p>
            <a:endParaRPr lang="en-US"/>
          </a:p>
        </p:txBody>
      </p:sp>
      <p:sp>
        <p:nvSpPr>
          <p:cNvPr id="196" name="Google Shape;196;p18"/>
          <p:cNvSpPr/>
          <p:nvPr/>
        </p:nvSpPr>
        <p:spPr>
          <a:xfrm>
            <a:off x="13402515" y="1536543"/>
            <a:ext cx="2806870" cy="1178885"/>
          </a:xfrm>
          <a:custGeom>
            <a:avLst/>
            <a:gdLst/>
            <a:ahLst/>
            <a:cxnLst/>
            <a:rect l="l" t="t" r="r" b="b"/>
            <a:pathLst>
              <a:path w="2806870" h="1178885" extrusionOk="0">
                <a:moveTo>
                  <a:pt x="0" y="0"/>
                </a:moveTo>
                <a:lnTo>
                  <a:pt x="2806870" y="0"/>
                </a:lnTo>
                <a:lnTo>
                  <a:pt x="2806870" y="1178885"/>
                </a:lnTo>
                <a:lnTo>
                  <a:pt x="0" y="1178885"/>
                </a:lnTo>
                <a:lnTo>
                  <a:pt x="0" y="0"/>
                </a:lnTo>
                <a:close/>
              </a:path>
            </a:pathLst>
          </a:custGeom>
          <a:blipFill rotWithShape="1">
            <a:blip r:embed="rId3">
              <a:alphaModFix/>
            </a:blip>
            <a:stretch>
              <a:fillRect/>
            </a:stretch>
          </a:blipFill>
          <a:ln>
            <a:noFill/>
          </a:ln>
        </p:spPr>
        <p:txBody>
          <a:bodyPr/>
          <a:lstStyle/>
          <a:p>
            <a:endParaRPr lang="en-US"/>
          </a:p>
        </p:txBody>
      </p:sp>
      <p:sp>
        <p:nvSpPr>
          <p:cNvPr id="197" name="Google Shape;197;p18"/>
          <p:cNvSpPr/>
          <p:nvPr/>
        </p:nvSpPr>
        <p:spPr>
          <a:xfrm>
            <a:off x="15476521" y="2582722"/>
            <a:ext cx="1568342" cy="1816910"/>
          </a:xfrm>
          <a:custGeom>
            <a:avLst/>
            <a:gdLst/>
            <a:ahLst/>
            <a:cxnLst/>
            <a:rect l="l" t="t" r="r" b="b"/>
            <a:pathLst>
              <a:path w="1568342" h="1816910" extrusionOk="0">
                <a:moveTo>
                  <a:pt x="0" y="0"/>
                </a:moveTo>
                <a:lnTo>
                  <a:pt x="1568342" y="0"/>
                </a:lnTo>
                <a:lnTo>
                  <a:pt x="1568342" y="1816910"/>
                </a:lnTo>
                <a:lnTo>
                  <a:pt x="0" y="1816910"/>
                </a:lnTo>
                <a:lnTo>
                  <a:pt x="0" y="0"/>
                </a:lnTo>
                <a:close/>
              </a:path>
            </a:pathLst>
          </a:custGeom>
          <a:blipFill rotWithShape="1">
            <a:blip r:embed="rId6">
              <a:alphaModFix/>
            </a:blip>
            <a:stretch>
              <a:fillRect l="-126829" b="-65008"/>
            </a:stretch>
          </a:blipFill>
          <a:ln>
            <a:noFill/>
          </a:ln>
        </p:spPr>
        <p:txBody>
          <a:bodyPr/>
          <a:lstStyle/>
          <a:p>
            <a:endParaRPr lang="en-US"/>
          </a:p>
        </p:txBody>
      </p:sp>
      <p:sp>
        <p:nvSpPr>
          <p:cNvPr id="198" name="Google Shape;198;p18"/>
          <p:cNvSpPr/>
          <p:nvPr/>
        </p:nvSpPr>
        <p:spPr>
          <a:xfrm>
            <a:off x="14468806" y="2906572"/>
            <a:ext cx="1568342" cy="1816910"/>
          </a:xfrm>
          <a:custGeom>
            <a:avLst/>
            <a:gdLst/>
            <a:ahLst/>
            <a:cxnLst/>
            <a:rect l="l" t="t" r="r" b="b"/>
            <a:pathLst>
              <a:path w="1568342" h="1816910" extrusionOk="0">
                <a:moveTo>
                  <a:pt x="0" y="0"/>
                </a:moveTo>
                <a:lnTo>
                  <a:pt x="1568342" y="0"/>
                </a:lnTo>
                <a:lnTo>
                  <a:pt x="1568342" y="1816910"/>
                </a:lnTo>
                <a:lnTo>
                  <a:pt x="0" y="1816910"/>
                </a:lnTo>
                <a:lnTo>
                  <a:pt x="0" y="0"/>
                </a:lnTo>
                <a:close/>
              </a:path>
            </a:pathLst>
          </a:custGeom>
          <a:blipFill rotWithShape="1">
            <a:blip r:embed="rId6">
              <a:alphaModFix/>
            </a:blip>
            <a:stretch>
              <a:fillRect l="-126829" b="-65008"/>
            </a:stretch>
          </a:blipFill>
          <a:ln>
            <a:noFill/>
          </a:ln>
        </p:spPr>
        <p:txBody>
          <a:bodyPr/>
          <a:lstStyle/>
          <a:p>
            <a:endParaRPr lang="en-US"/>
          </a:p>
        </p:txBody>
      </p:sp>
      <p:sp>
        <p:nvSpPr>
          <p:cNvPr id="199" name="Google Shape;199;p18"/>
          <p:cNvSpPr/>
          <p:nvPr/>
        </p:nvSpPr>
        <p:spPr>
          <a:xfrm>
            <a:off x="13684635" y="2906572"/>
            <a:ext cx="1568342" cy="1816910"/>
          </a:xfrm>
          <a:custGeom>
            <a:avLst/>
            <a:gdLst/>
            <a:ahLst/>
            <a:cxnLst/>
            <a:rect l="l" t="t" r="r" b="b"/>
            <a:pathLst>
              <a:path w="1568342" h="1816910" extrusionOk="0">
                <a:moveTo>
                  <a:pt x="0" y="0"/>
                </a:moveTo>
                <a:lnTo>
                  <a:pt x="1568342" y="0"/>
                </a:lnTo>
                <a:lnTo>
                  <a:pt x="1568342" y="1816910"/>
                </a:lnTo>
                <a:lnTo>
                  <a:pt x="0" y="1816910"/>
                </a:lnTo>
                <a:lnTo>
                  <a:pt x="0" y="0"/>
                </a:lnTo>
                <a:close/>
              </a:path>
            </a:pathLst>
          </a:custGeom>
          <a:blipFill rotWithShape="1">
            <a:blip r:embed="rId6">
              <a:alphaModFix/>
            </a:blip>
            <a:stretch>
              <a:fillRect l="-126829" b="-65008"/>
            </a:stretch>
          </a:blipFill>
          <a:ln>
            <a:noFill/>
          </a:ln>
        </p:spPr>
        <p:txBody>
          <a:bodyPr/>
          <a:lstStyle/>
          <a:p>
            <a:endParaRPr lang="en-US"/>
          </a:p>
        </p:txBody>
      </p:sp>
      <p:sp>
        <p:nvSpPr>
          <p:cNvPr id="200" name="Google Shape;200;p18"/>
          <p:cNvSpPr/>
          <p:nvPr/>
        </p:nvSpPr>
        <p:spPr>
          <a:xfrm>
            <a:off x="12574644" y="2715434"/>
            <a:ext cx="1568342" cy="1816910"/>
          </a:xfrm>
          <a:custGeom>
            <a:avLst/>
            <a:gdLst/>
            <a:ahLst/>
            <a:cxnLst/>
            <a:rect l="l" t="t" r="r" b="b"/>
            <a:pathLst>
              <a:path w="1568342" h="1816910" extrusionOk="0">
                <a:moveTo>
                  <a:pt x="0" y="0"/>
                </a:moveTo>
                <a:lnTo>
                  <a:pt x="1568342" y="0"/>
                </a:lnTo>
                <a:lnTo>
                  <a:pt x="1568342" y="1816911"/>
                </a:lnTo>
                <a:lnTo>
                  <a:pt x="0" y="1816911"/>
                </a:lnTo>
                <a:lnTo>
                  <a:pt x="0" y="0"/>
                </a:lnTo>
                <a:close/>
              </a:path>
            </a:pathLst>
          </a:custGeom>
          <a:blipFill rotWithShape="1">
            <a:blip r:embed="rId6">
              <a:alphaModFix/>
            </a:blip>
            <a:stretch>
              <a:fillRect l="-126829" b="-65008"/>
            </a:stretch>
          </a:blipFill>
          <a:ln>
            <a:noFill/>
          </a:ln>
        </p:spPr>
        <p:txBody>
          <a:bodyPr/>
          <a:lstStyle/>
          <a:p>
            <a:endParaRPr lang="en-US"/>
          </a:p>
        </p:txBody>
      </p:sp>
      <p:sp>
        <p:nvSpPr>
          <p:cNvPr id="201" name="Google Shape;201;p18"/>
          <p:cNvSpPr/>
          <p:nvPr/>
        </p:nvSpPr>
        <p:spPr>
          <a:xfrm>
            <a:off x="11328295" y="2187748"/>
            <a:ext cx="1568342" cy="1816910"/>
          </a:xfrm>
          <a:custGeom>
            <a:avLst/>
            <a:gdLst/>
            <a:ahLst/>
            <a:cxnLst/>
            <a:rect l="l" t="t" r="r" b="b"/>
            <a:pathLst>
              <a:path w="1568342" h="1816910" extrusionOk="0">
                <a:moveTo>
                  <a:pt x="0" y="0"/>
                </a:moveTo>
                <a:lnTo>
                  <a:pt x="1568342" y="0"/>
                </a:lnTo>
                <a:lnTo>
                  <a:pt x="1568342" y="1816910"/>
                </a:lnTo>
                <a:lnTo>
                  <a:pt x="0" y="1816910"/>
                </a:lnTo>
                <a:lnTo>
                  <a:pt x="0" y="0"/>
                </a:lnTo>
                <a:close/>
              </a:path>
            </a:pathLst>
          </a:custGeom>
          <a:blipFill rotWithShape="1">
            <a:blip r:embed="rId6">
              <a:alphaModFix/>
            </a:blip>
            <a:stretch>
              <a:fillRect l="-126829" b="-65008"/>
            </a:stretch>
          </a:blipFill>
          <a:ln>
            <a:noFill/>
          </a:ln>
        </p:spPr>
        <p:txBody>
          <a:bodyPr/>
          <a:lstStyle/>
          <a:p>
            <a:endParaRPr lang="en-US"/>
          </a:p>
        </p:txBody>
      </p:sp>
      <p:pic>
        <p:nvPicPr>
          <p:cNvPr id="202" name="Google Shape;202;p18"/>
          <p:cNvPicPr preferRelativeResize="0"/>
          <p:nvPr/>
        </p:nvPicPr>
        <p:blipFill>
          <a:blip r:embed="rId7">
            <a:alphaModFix/>
          </a:blip>
          <a:stretch>
            <a:fillRect/>
          </a:stretch>
        </p:blipFill>
        <p:spPr>
          <a:xfrm>
            <a:off x="3819300" y="5627404"/>
            <a:ext cx="9865325" cy="386390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7AC2E2"/>
        </a:solidFill>
        <a:effectLst/>
      </p:bgPr>
    </p:bg>
    <p:spTree>
      <p:nvGrpSpPr>
        <p:cNvPr id="1" name="Shape 206"/>
        <p:cNvGrpSpPr/>
        <p:nvPr/>
      </p:nvGrpSpPr>
      <p:grpSpPr>
        <a:xfrm>
          <a:off x="0" y="0"/>
          <a:ext cx="0" cy="0"/>
          <a:chOff x="0" y="0"/>
          <a:chExt cx="0" cy="0"/>
        </a:xfrm>
      </p:grpSpPr>
      <p:sp>
        <p:nvSpPr>
          <p:cNvPr id="207" name="Google Shape;207;p19"/>
          <p:cNvSpPr/>
          <p:nvPr/>
        </p:nvSpPr>
        <p:spPr>
          <a:xfrm>
            <a:off x="17188699" y="5685755"/>
            <a:ext cx="2198602" cy="923413"/>
          </a:xfrm>
          <a:custGeom>
            <a:avLst/>
            <a:gdLst/>
            <a:ahLst/>
            <a:cxnLst/>
            <a:rect l="l" t="t" r="r" b="b"/>
            <a:pathLst>
              <a:path w="2198602" h="923413" extrusionOk="0">
                <a:moveTo>
                  <a:pt x="0" y="0"/>
                </a:moveTo>
                <a:lnTo>
                  <a:pt x="2198602" y="0"/>
                </a:lnTo>
                <a:lnTo>
                  <a:pt x="2198602" y="923412"/>
                </a:lnTo>
                <a:lnTo>
                  <a:pt x="0" y="923412"/>
                </a:lnTo>
                <a:lnTo>
                  <a:pt x="0" y="0"/>
                </a:lnTo>
                <a:close/>
              </a:path>
            </a:pathLst>
          </a:custGeom>
          <a:blipFill rotWithShape="1">
            <a:blip r:embed="rId3">
              <a:alphaModFix/>
            </a:blip>
            <a:stretch>
              <a:fillRect/>
            </a:stretch>
          </a:blipFill>
          <a:ln>
            <a:noFill/>
          </a:ln>
        </p:spPr>
        <p:txBody>
          <a:bodyPr/>
          <a:lstStyle/>
          <a:p>
            <a:endParaRPr lang="en-US"/>
          </a:p>
        </p:txBody>
      </p:sp>
      <p:sp>
        <p:nvSpPr>
          <p:cNvPr id="208" name="Google Shape;208;p19"/>
          <p:cNvSpPr/>
          <p:nvPr/>
        </p:nvSpPr>
        <p:spPr>
          <a:xfrm>
            <a:off x="1818046" y="6609167"/>
            <a:ext cx="2198602" cy="923413"/>
          </a:xfrm>
          <a:custGeom>
            <a:avLst/>
            <a:gdLst/>
            <a:ahLst/>
            <a:cxnLst/>
            <a:rect l="l" t="t" r="r" b="b"/>
            <a:pathLst>
              <a:path w="2198602" h="923413" extrusionOk="0">
                <a:moveTo>
                  <a:pt x="0" y="0"/>
                </a:moveTo>
                <a:lnTo>
                  <a:pt x="2198602" y="0"/>
                </a:lnTo>
                <a:lnTo>
                  <a:pt x="2198602" y="923413"/>
                </a:lnTo>
                <a:lnTo>
                  <a:pt x="0" y="923413"/>
                </a:lnTo>
                <a:lnTo>
                  <a:pt x="0" y="0"/>
                </a:lnTo>
                <a:close/>
              </a:path>
            </a:pathLst>
          </a:custGeom>
          <a:blipFill rotWithShape="1">
            <a:blip r:embed="rId3">
              <a:alphaModFix/>
            </a:blip>
            <a:stretch>
              <a:fillRect/>
            </a:stretch>
          </a:blipFill>
          <a:ln>
            <a:noFill/>
          </a:ln>
        </p:spPr>
        <p:txBody>
          <a:bodyPr/>
          <a:lstStyle/>
          <a:p>
            <a:endParaRPr lang="en-US"/>
          </a:p>
        </p:txBody>
      </p:sp>
      <p:sp>
        <p:nvSpPr>
          <p:cNvPr id="209" name="Google Shape;209;p19"/>
          <p:cNvSpPr txBox="1"/>
          <p:nvPr/>
        </p:nvSpPr>
        <p:spPr>
          <a:xfrm>
            <a:off x="3049115" y="511957"/>
            <a:ext cx="11079000" cy="12315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8000">
                <a:solidFill>
                  <a:srgbClr val="FFFFFF"/>
                </a:solidFill>
                <a:latin typeface="Yeseva One"/>
                <a:ea typeface="Yeseva One"/>
                <a:cs typeface="Yeseva One"/>
                <a:sym typeface="Yeseva One"/>
              </a:rPr>
              <a:t>Activity</a:t>
            </a:r>
            <a:endParaRPr sz="8000"/>
          </a:p>
        </p:txBody>
      </p:sp>
      <p:grpSp>
        <p:nvGrpSpPr>
          <p:cNvPr id="210" name="Google Shape;210;p19"/>
          <p:cNvGrpSpPr/>
          <p:nvPr/>
        </p:nvGrpSpPr>
        <p:grpSpPr>
          <a:xfrm>
            <a:off x="1028700" y="2057400"/>
            <a:ext cx="16230707" cy="6903334"/>
            <a:chOff x="0" y="0"/>
            <a:chExt cx="4274726" cy="1818150"/>
          </a:xfrm>
        </p:grpSpPr>
        <p:sp>
          <p:nvSpPr>
            <p:cNvPr id="211" name="Google Shape;211;p19"/>
            <p:cNvSpPr/>
            <p:nvPr/>
          </p:nvSpPr>
          <p:spPr>
            <a:xfrm>
              <a:off x="0" y="0"/>
              <a:ext cx="4274726" cy="1818122"/>
            </a:xfrm>
            <a:custGeom>
              <a:avLst/>
              <a:gdLst/>
              <a:ahLst/>
              <a:cxnLst/>
              <a:rect l="l" t="t" r="r" b="b"/>
              <a:pathLst>
                <a:path w="4274726" h="1818122" extrusionOk="0">
                  <a:moveTo>
                    <a:pt x="0" y="0"/>
                  </a:moveTo>
                  <a:lnTo>
                    <a:pt x="4274726" y="0"/>
                  </a:lnTo>
                  <a:lnTo>
                    <a:pt x="4274726" y="1818122"/>
                  </a:lnTo>
                  <a:lnTo>
                    <a:pt x="0" y="1818122"/>
                  </a:lnTo>
                  <a:close/>
                </a:path>
              </a:pathLst>
            </a:custGeom>
            <a:solidFill>
              <a:srgbClr val="EAFAFF"/>
            </a:solidFill>
            <a:ln>
              <a:noFill/>
            </a:ln>
          </p:spPr>
          <p:txBody>
            <a:bodyPr/>
            <a:lstStyle/>
            <a:p>
              <a:endParaRPr lang="en-US"/>
            </a:p>
          </p:txBody>
        </p:sp>
        <p:sp>
          <p:nvSpPr>
            <p:cNvPr id="212" name="Google Shape;212;p19"/>
            <p:cNvSpPr txBox="1"/>
            <p:nvPr/>
          </p:nvSpPr>
          <p:spPr>
            <a:xfrm>
              <a:off x="0" y="19050"/>
              <a:ext cx="4274700" cy="17991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3" name="Google Shape;213;p19"/>
          <p:cNvSpPr/>
          <p:nvPr/>
        </p:nvSpPr>
        <p:spPr>
          <a:xfrm>
            <a:off x="14128129" y="-1034050"/>
            <a:ext cx="4583646" cy="3517948"/>
          </a:xfrm>
          <a:custGeom>
            <a:avLst/>
            <a:gdLst/>
            <a:ahLst/>
            <a:cxnLst/>
            <a:rect l="l" t="t" r="r" b="b"/>
            <a:pathLst>
              <a:path w="4583646" h="3517948" extrusionOk="0">
                <a:moveTo>
                  <a:pt x="0" y="0"/>
                </a:moveTo>
                <a:lnTo>
                  <a:pt x="4583646" y="0"/>
                </a:lnTo>
                <a:lnTo>
                  <a:pt x="4583646" y="3517948"/>
                </a:lnTo>
                <a:lnTo>
                  <a:pt x="0" y="3517948"/>
                </a:lnTo>
                <a:lnTo>
                  <a:pt x="0" y="0"/>
                </a:lnTo>
                <a:close/>
              </a:path>
            </a:pathLst>
          </a:custGeom>
          <a:blipFill rotWithShape="1">
            <a:blip r:embed="rId4">
              <a:alphaModFix/>
            </a:blip>
            <a:stretch>
              <a:fillRect/>
            </a:stretch>
          </a:blipFill>
          <a:ln>
            <a:noFill/>
          </a:ln>
        </p:spPr>
        <p:txBody>
          <a:bodyPr/>
          <a:lstStyle/>
          <a:p>
            <a:endParaRPr lang="en-US"/>
          </a:p>
        </p:txBody>
      </p:sp>
      <p:sp>
        <p:nvSpPr>
          <p:cNvPr id="214" name="Google Shape;214;p19"/>
          <p:cNvSpPr/>
          <p:nvPr/>
        </p:nvSpPr>
        <p:spPr>
          <a:xfrm>
            <a:off x="-127756" y="322523"/>
            <a:ext cx="3834147" cy="1610342"/>
          </a:xfrm>
          <a:custGeom>
            <a:avLst/>
            <a:gdLst/>
            <a:ahLst/>
            <a:cxnLst/>
            <a:rect l="l" t="t" r="r" b="b"/>
            <a:pathLst>
              <a:path w="3834147" h="1610342" extrusionOk="0">
                <a:moveTo>
                  <a:pt x="0" y="0"/>
                </a:moveTo>
                <a:lnTo>
                  <a:pt x="3834147" y="0"/>
                </a:lnTo>
                <a:lnTo>
                  <a:pt x="3834147" y="1610341"/>
                </a:lnTo>
                <a:lnTo>
                  <a:pt x="0" y="1610341"/>
                </a:lnTo>
                <a:lnTo>
                  <a:pt x="0" y="0"/>
                </a:lnTo>
                <a:close/>
              </a:path>
            </a:pathLst>
          </a:custGeom>
          <a:blipFill rotWithShape="1">
            <a:blip r:embed="rId3">
              <a:alphaModFix/>
            </a:blip>
            <a:stretch>
              <a:fillRect/>
            </a:stretch>
          </a:blipFill>
          <a:ln>
            <a:noFill/>
          </a:ln>
        </p:spPr>
        <p:txBody>
          <a:bodyPr/>
          <a:lstStyle/>
          <a:p>
            <a:endParaRPr lang="en-US"/>
          </a:p>
        </p:txBody>
      </p:sp>
      <p:sp>
        <p:nvSpPr>
          <p:cNvPr id="215" name="Google Shape;215;p19"/>
          <p:cNvSpPr/>
          <p:nvPr/>
        </p:nvSpPr>
        <p:spPr>
          <a:xfrm>
            <a:off x="11420843" y="8688906"/>
            <a:ext cx="3678553" cy="1544992"/>
          </a:xfrm>
          <a:custGeom>
            <a:avLst/>
            <a:gdLst/>
            <a:ahLst/>
            <a:cxnLst/>
            <a:rect l="l" t="t" r="r" b="b"/>
            <a:pathLst>
              <a:path w="3678553" h="1544992" extrusionOk="0">
                <a:moveTo>
                  <a:pt x="0" y="0"/>
                </a:moveTo>
                <a:lnTo>
                  <a:pt x="3678553" y="0"/>
                </a:lnTo>
                <a:lnTo>
                  <a:pt x="3678553" y="1544992"/>
                </a:lnTo>
                <a:lnTo>
                  <a:pt x="0" y="1544992"/>
                </a:lnTo>
                <a:lnTo>
                  <a:pt x="0" y="0"/>
                </a:lnTo>
                <a:close/>
              </a:path>
            </a:pathLst>
          </a:custGeom>
          <a:blipFill rotWithShape="1">
            <a:blip r:embed="rId3">
              <a:alphaModFix/>
            </a:blip>
            <a:stretch>
              <a:fillRect/>
            </a:stretch>
          </a:blipFill>
          <a:ln>
            <a:noFill/>
          </a:ln>
        </p:spPr>
        <p:txBody>
          <a:bodyPr/>
          <a:lstStyle/>
          <a:p>
            <a:endParaRPr lang="en-US"/>
          </a:p>
        </p:txBody>
      </p:sp>
      <p:sp>
        <p:nvSpPr>
          <p:cNvPr id="216" name="Google Shape;216;p19"/>
          <p:cNvSpPr txBox="1"/>
          <p:nvPr/>
        </p:nvSpPr>
        <p:spPr>
          <a:xfrm>
            <a:off x="2126950" y="3186100"/>
            <a:ext cx="14431800" cy="4800600"/>
          </a:xfrm>
          <a:prstGeom prst="rect">
            <a:avLst/>
          </a:prstGeom>
          <a:noFill/>
          <a:ln>
            <a:noFill/>
          </a:ln>
        </p:spPr>
        <p:txBody>
          <a:bodyPr spcFirstLastPara="1" wrap="square" lIns="50800" tIns="50800" rIns="50800" bIns="50800" anchor="t" anchorCtr="0">
            <a:noAutofit/>
          </a:bodyPr>
          <a:lstStyle/>
          <a:p>
            <a:pPr marL="0" marR="0" lvl="0" indent="0" algn="l" rtl="0">
              <a:lnSpc>
                <a:spcPct val="116666"/>
              </a:lnSpc>
              <a:spcBef>
                <a:spcPts val="0"/>
              </a:spcBef>
              <a:spcAft>
                <a:spcPts val="1000"/>
              </a:spcAft>
              <a:buNone/>
            </a:pPr>
            <a:r>
              <a:rPr lang="en-US" sz="4000" b="1">
                <a:solidFill>
                  <a:schemeClr val="dk1"/>
                </a:solidFill>
                <a:latin typeface="Nunito"/>
                <a:ea typeface="Nunito"/>
                <a:cs typeface="Nunito"/>
                <a:sym typeface="Nunito"/>
              </a:rPr>
              <a:t>Graphs </a:t>
            </a:r>
            <a:r>
              <a:rPr lang="en-US" sz="4000">
                <a:solidFill>
                  <a:schemeClr val="dk1"/>
                </a:solidFill>
                <a:latin typeface="Nunito"/>
                <a:ea typeface="Nunito"/>
                <a:cs typeface="Nunito"/>
                <a:sym typeface="Nunito"/>
              </a:rPr>
              <a:t>are a great way to communicate geographical information. Complete the worksheet, creating a sector graph on the types of water in the world and a column graph, on how much freshwater different continents have.</a:t>
            </a:r>
            <a:endParaRPr sz="4000">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7AC2E2"/>
        </a:solidFill>
        <a:effectLst/>
      </p:bgPr>
    </p:bg>
    <p:spTree>
      <p:nvGrpSpPr>
        <p:cNvPr id="1" name="Shape 220"/>
        <p:cNvGrpSpPr/>
        <p:nvPr/>
      </p:nvGrpSpPr>
      <p:grpSpPr>
        <a:xfrm>
          <a:off x="0" y="0"/>
          <a:ext cx="0" cy="0"/>
          <a:chOff x="0" y="0"/>
          <a:chExt cx="0" cy="0"/>
        </a:xfrm>
      </p:grpSpPr>
      <p:sp>
        <p:nvSpPr>
          <p:cNvPr id="221" name="Google Shape;221;p20"/>
          <p:cNvSpPr/>
          <p:nvPr/>
        </p:nvSpPr>
        <p:spPr>
          <a:xfrm>
            <a:off x="17188699" y="5685755"/>
            <a:ext cx="2198602" cy="923413"/>
          </a:xfrm>
          <a:custGeom>
            <a:avLst/>
            <a:gdLst/>
            <a:ahLst/>
            <a:cxnLst/>
            <a:rect l="l" t="t" r="r" b="b"/>
            <a:pathLst>
              <a:path w="2198602" h="923413" extrusionOk="0">
                <a:moveTo>
                  <a:pt x="0" y="0"/>
                </a:moveTo>
                <a:lnTo>
                  <a:pt x="2198602" y="0"/>
                </a:lnTo>
                <a:lnTo>
                  <a:pt x="2198602" y="923412"/>
                </a:lnTo>
                <a:lnTo>
                  <a:pt x="0" y="923412"/>
                </a:lnTo>
                <a:lnTo>
                  <a:pt x="0" y="0"/>
                </a:lnTo>
                <a:close/>
              </a:path>
            </a:pathLst>
          </a:custGeom>
          <a:blipFill rotWithShape="1">
            <a:blip r:embed="rId3">
              <a:alphaModFix/>
            </a:blip>
            <a:stretch>
              <a:fillRect/>
            </a:stretch>
          </a:blipFill>
          <a:ln>
            <a:noFill/>
          </a:ln>
        </p:spPr>
        <p:txBody>
          <a:bodyPr/>
          <a:lstStyle/>
          <a:p>
            <a:endParaRPr lang="en-US"/>
          </a:p>
        </p:txBody>
      </p:sp>
      <p:sp>
        <p:nvSpPr>
          <p:cNvPr id="222" name="Google Shape;222;p20"/>
          <p:cNvSpPr/>
          <p:nvPr/>
        </p:nvSpPr>
        <p:spPr>
          <a:xfrm>
            <a:off x="1818046" y="6609167"/>
            <a:ext cx="2198602" cy="923413"/>
          </a:xfrm>
          <a:custGeom>
            <a:avLst/>
            <a:gdLst/>
            <a:ahLst/>
            <a:cxnLst/>
            <a:rect l="l" t="t" r="r" b="b"/>
            <a:pathLst>
              <a:path w="2198602" h="923413" extrusionOk="0">
                <a:moveTo>
                  <a:pt x="0" y="0"/>
                </a:moveTo>
                <a:lnTo>
                  <a:pt x="2198602" y="0"/>
                </a:lnTo>
                <a:lnTo>
                  <a:pt x="2198602" y="923413"/>
                </a:lnTo>
                <a:lnTo>
                  <a:pt x="0" y="923413"/>
                </a:lnTo>
                <a:lnTo>
                  <a:pt x="0" y="0"/>
                </a:lnTo>
                <a:close/>
              </a:path>
            </a:pathLst>
          </a:custGeom>
          <a:blipFill rotWithShape="1">
            <a:blip r:embed="rId3">
              <a:alphaModFix/>
            </a:blip>
            <a:stretch>
              <a:fillRect/>
            </a:stretch>
          </a:blipFill>
          <a:ln>
            <a:noFill/>
          </a:ln>
        </p:spPr>
        <p:txBody>
          <a:bodyPr/>
          <a:lstStyle/>
          <a:p>
            <a:endParaRPr lang="en-US"/>
          </a:p>
        </p:txBody>
      </p:sp>
      <p:sp>
        <p:nvSpPr>
          <p:cNvPr id="223" name="Google Shape;223;p20"/>
          <p:cNvSpPr txBox="1"/>
          <p:nvPr/>
        </p:nvSpPr>
        <p:spPr>
          <a:xfrm>
            <a:off x="3049115" y="511957"/>
            <a:ext cx="11079000" cy="12315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8000">
                <a:solidFill>
                  <a:srgbClr val="FFFFFF"/>
                </a:solidFill>
                <a:latin typeface="Yeseva One"/>
                <a:ea typeface="Yeseva One"/>
                <a:cs typeface="Yeseva One"/>
                <a:sym typeface="Yeseva One"/>
              </a:rPr>
              <a:t>PQE</a:t>
            </a:r>
            <a:endParaRPr sz="8000"/>
          </a:p>
        </p:txBody>
      </p:sp>
      <p:grpSp>
        <p:nvGrpSpPr>
          <p:cNvPr id="224" name="Google Shape;224;p20"/>
          <p:cNvGrpSpPr/>
          <p:nvPr/>
        </p:nvGrpSpPr>
        <p:grpSpPr>
          <a:xfrm>
            <a:off x="1028700" y="2057400"/>
            <a:ext cx="16230600" cy="6903182"/>
            <a:chOff x="0" y="0"/>
            <a:chExt cx="4274726" cy="1818122"/>
          </a:xfrm>
        </p:grpSpPr>
        <p:sp>
          <p:nvSpPr>
            <p:cNvPr id="225" name="Google Shape;225;p20"/>
            <p:cNvSpPr/>
            <p:nvPr/>
          </p:nvSpPr>
          <p:spPr>
            <a:xfrm>
              <a:off x="0" y="0"/>
              <a:ext cx="4274726" cy="1818122"/>
            </a:xfrm>
            <a:custGeom>
              <a:avLst/>
              <a:gdLst/>
              <a:ahLst/>
              <a:cxnLst/>
              <a:rect l="l" t="t" r="r" b="b"/>
              <a:pathLst>
                <a:path w="4274726" h="1818122" extrusionOk="0">
                  <a:moveTo>
                    <a:pt x="0" y="0"/>
                  </a:moveTo>
                  <a:lnTo>
                    <a:pt x="4274726" y="0"/>
                  </a:lnTo>
                  <a:lnTo>
                    <a:pt x="4274726" y="1818122"/>
                  </a:lnTo>
                  <a:lnTo>
                    <a:pt x="0" y="1818122"/>
                  </a:lnTo>
                  <a:close/>
                </a:path>
              </a:pathLst>
            </a:custGeom>
            <a:solidFill>
              <a:srgbClr val="EAFAFF"/>
            </a:solidFill>
            <a:ln>
              <a:noFill/>
            </a:ln>
          </p:spPr>
          <p:txBody>
            <a:bodyPr/>
            <a:lstStyle/>
            <a:p>
              <a:endParaRPr lang="en-US"/>
            </a:p>
          </p:txBody>
        </p:sp>
        <p:sp>
          <p:nvSpPr>
            <p:cNvPr id="226" name="Google Shape;226;p20"/>
            <p:cNvSpPr txBox="1"/>
            <p:nvPr/>
          </p:nvSpPr>
          <p:spPr>
            <a:xfrm>
              <a:off x="0" y="19050"/>
              <a:ext cx="4274726" cy="1799072"/>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7" name="Google Shape;227;p20"/>
          <p:cNvSpPr/>
          <p:nvPr/>
        </p:nvSpPr>
        <p:spPr>
          <a:xfrm>
            <a:off x="14128129" y="-1034050"/>
            <a:ext cx="4583646" cy="3517948"/>
          </a:xfrm>
          <a:custGeom>
            <a:avLst/>
            <a:gdLst/>
            <a:ahLst/>
            <a:cxnLst/>
            <a:rect l="l" t="t" r="r" b="b"/>
            <a:pathLst>
              <a:path w="4583646" h="3517948" extrusionOk="0">
                <a:moveTo>
                  <a:pt x="0" y="0"/>
                </a:moveTo>
                <a:lnTo>
                  <a:pt x="4583646" y="0"/>
                </a:lnTo>
                <a:lnTo>
                  <a:pt x="4583646" y="3517948"/>
                </a:lnTo>
                <a:lnTo>
                  <a:pt x="0" y="3517948"/>
                </a:lnTo>
                <a:lnTo>
                  <a:pt x="0" y="0"/>
                </a:lnTo>
                <a:close/>
              </a:path>
            </a:pathLst>
          </a:custGeom>
          <a:blipFill rotWithShape="1">
            <a:blip r:embed="rId4">
              <a:alphaModFix/>
            </a:blip>
            <a:stretch>
              <a:fillRect/>
            </a:stretch>
          </a:blipFill>
          <a:ln>
            <a:noFill/>
          </a:ln>
        </p:spPr>
        <p:txBody>
          <a:bodyPr/>
          <a:lstStyle/>
          <a:p>
            <a:endParaRPr lang="en-US"/>
          </a:p>
        </p:txBody>
      </p:sp>
      <p:sp>
        <p:nvSpPr>
          <p:cNvPr id="228" name="Google Shape;228;p20"/>
          <p:cNvSpPr/>
          <p:nvPr/>
        </p:nvSpPr>
        <p:spPr>
          <a:xfrm>
            <a:off x="-127756" y="322523"/>
            <a:ext cx="3834147" cy="1610342"/>
          </a:xfrm>
          <a:custGeom>
            <a:avLst/>
            <a:gdLst/>
            <a:ahLst/>
            <a:cxnLst/>
            <a:rect l="l" t="t" r="r" b="b"/>
            <a:pathLst>
              <a:path w="3834147" h="1610342" extrusionOk="0">
                <a:moveTo>
                  <a:pt x="0" y="0"/>
                </a:moveTo>
                <a:lnTo>
                  <a:pt x="3834147" y="0"/>
                </a:lnTo>
                <a:lnTo>
                  <a:pt x="3834147" y="1610341"/>
                </a:lnTo>
                <a:lnTo>
                  <a:pt x="0" y="1610341"/>
                </a:lnTo>
                <a:lnTo>
                  <a:pt x="0" y="0"/>
                </a:lnTo>
                <a:close/>
              </a:path>
            </a:pathLst>
          </a:custGeom>
          <a:blipFill rotWithShape="1">
            <a:blip r:embed="rId3">
              <a:alphaModFix/>
            </a:blip>
            <a:stretch>
              <a:fillRect/>
            </a:stretch>
          </a:blipFill>
          <a:ln>
            <a:noFill/>
          </a:ln>
        </p:spPr>
        <p:txBody>
          <a:bodyPr/>
          <a:lstStyle/>
          <a:p>
            <a:endParaRPr lang="en-US"/>
          </a:p>
        </p:txBody>
      </p:sp>
      <p:sp>
        <p:nvSpPr>
          <p:cNvPr id="229" name="Google Shape;229;p20"/>
          <p:cNvSpPr/>
          <p:nvPr/>
        </p:nvSpPr>
        <p:spPr>
          <a:xfrm>
            <a:off x="11457468" y="7959706"/>
            <a:ext cx="3678553" cy="1544992"/>
          </a:xfrm>
          <a:custGeom>
            <a:avLst/>
            <a:gdLst/>
            <a:ahLst/>
            <a:cxnLst/>
            <a:rect l="l" t="t" r="r" b="b"/>
            <a:pathLst>
              <a:path w="3678553" h="1544992" extrusionOk="0">
                <a:moveTo>
                  <a:pt x="0" y="0"/>
                </a:moveTo>
                <a:lnTo>
                  <a:pt x="3678553" y="0"/>
                </a:lnTo>
                <a:lnTo>
                  <a:pt x="3678553" y="1544992"/>
                </a:lnTo>
                <a:lnTo>
                  <a:pt x="0" y="1544992"/>
                </a:lnTo>
                <a:lnTo>
                  <a:pt x="0" y="0"/>
                </a:lnTo>
                <a:close/>
              </a:path>
            </a:pathLst>
          </a:custGeom>
          <a:blipFill rotWithShape="1">
            <a:blip r:embed="rId3">
              <a:alphaModFix/>
            </a:blip>
            <a:stretch>
              <a:fillRect/>
            </a:stretch>
          </a:blipFill>
          <a:ln>
            <a:noFill/>
          </a:ln>
        </p:spPr>
        <p:txBody>
          <a:bodyPr/>
          <a:lstStyle/>
          <a:p>
            <a:endParaRPr lang="en-US"/>
          </a:p>
        </p:txBody>
      </p:sp>
      <p:sp>
        <p:nvSpPr>
          <p:cNvPr id="230" name="Google Shape;230;p20"/>
          <p:cNvSpPr txBox="1"/>
          <p:nvPr/>
        </p:nvSpPr>
        <p:spPr>
          <a:xfrm>
            <a:off x="1028700" y="2483900"/>
            <a:ext cx="16743900" cy="6644400"/>
          </a:xfrm>
          <a:prstGeom prst="rect">
            <a:avLst/>
          </a:prstGeom>
          <a:noFill/>
          <a:ln>
            <a:noFill/>
          </a:ln>
        </p:spPr>
        <p:txBody>
          <a:bodyPr spcFirstLastPara="1" wrap="square" lIns="50800" tIns="50800" rIns="50800" bIns="50800" anchor="t" anchorCtr="0">
            <a:noAutofit/>
          </a:bodyPr>
          <a:lstStyle/>
          <a:p>
            <a:pPr marL="0" marR="0" lvl="0" indent="0" algn="l" rtl="0">
              <a:lnSpc>
                <a:spcPct val="116666"/>
              </a:lnSpc>
              <a:spcBef>
                <a:spcPts val="0"/>
              </a:spcBef>
              <a:spcAft>
                <a:spcPts val="0"/>
              </a:spcAft>
              <a:buNone/>
            </a:pPr>
            <a:r>
              <a:rPr lang="en-US" sz="4000">
                <a:solidFill>
                  <a:schemeClr val="dk1"/>
                </a:solidFill>
                <a:latin typeface="Comic Sans MS"/>
                <a:ea typeface="Comic Sans MS"/>
                <a:cs typeface="Comic Sans MS"/>
                <a:sym typeface="Comic Sans MS"/>
              </a:rPr>
              <a:t>When analysing maps and graphs, a good structure to follow is PQE: </a:t>
            </a:r>
            <a:endParaRPr sz="4000" i="1">
              <a:solidFill>
                <a:schemeClr val="dk1"/>
              </a:solidFill>
              <a:latin typeface="Comic Sans MS"/>
              <a:ea typeface="Comic Sans MS"/>
              <a:cs typeface="Comic Sans MS"/>
              <a:sym typeface="Comic Sans MS"/>
            </a:endParaRPr>
          </a:p>
        </p:txBody>
      </p:sp>
      <p:graphicFrame>
        <p:nvGraphicFramePr>
          <p:cNvPr id="231" name="Google Shape;231;p20"/>
          <p:cNvGraphicFramePr/>
          <p:nvPr/>
        </p:nvGraphicFramePr>
        <p:xfrm>
          <a:off x="1507100" y="3512513"/>
          <a:ext cx="15347075" cy="5219928"/>
        </p:xfrm>
        <a:graphic>
          <a:graphicData uri="http://schemas.openxmlformats.org/drawingml/2006/table">
            <a:tbl>
              <a:tblPr>
                <a:noFill/>
                <a:tableStyleId>{B9624FBE-0219-4BFE-B597-DF52CD3AB8CC}</a:tableStyleId>
              </a:tblPr>
              <a:tblGrid>
                <a:gridCol w="747075">
                  <a:extLst>
                    <a:ext uri="{9D8B030D-6E8A-4147-A177-3AD203B41FA5}">
                      <a16:colId xmlns:a16="http://schemas.microsoft.com/office/drawing/2014/main" val="20000"/>
                    </a:ext>
                  </a:extLst>
                </a:gridCol>
                <a:gridCol w="2763350">
                  <a:extLst>
                    <a:ext uri="{9D8B030D-6E8A-4147-A177-3AD203B41FA5}">
                      <a16:colId xmlns:a16="http://schemas.microsoft.com/office/drawing/2014/main" val="20001"/>
                    </a:ext>
                  </a:extLst>
                </a:gridCol>
                <a:gridCol w="11836650">
                  <a:extLst>
                    <a:ext uri="{9D8B030D-6E8A-4147-A177-3AD203B41FA5}">
                      <a16:colId xmlns:a16="http://schemas.microsoft.com/office/drawing/2014/main" val="20002"/>
                    </a:ext>
                  </a:extLst>
                </a:gridCol>
              </a:tblGrid>
              <a:tr h="1248425">
                <a:tc>
                  <a:txBody>
                    <a:bodyPr/>
                    <a:lstStyle/>
                    <a:p>
                      <a:pPr marL="0" lvl="0" indent="0" algn="l" rtl="0">
                        <a:spcBef>
                          <a:spcPts val="0"/>
                        </a:spcBef>
                        <a:spcAft>
                          <a:spcPts val="0"/>
                        </a:spcAft>
                        <a:buNone/>
                      </a:pPr>
                      <a:r>
                        <a:rPr lang="en-US" sz="3400"/>
                        <a:t>P</a:t>
                      </a:r>
                      <a:endParaRPr sz="3400"/>
                    </a:p>
                  </a:txBody>
                  <a:tcPr marL="91425" marR="91425" marT="91425" marB="91425"/>
                </a:tc>
                <a:tc>
                  <a:txBody>
                    <a:bodyPr/>
                    <a:lstStyle/>
                    <a:p>
                      <a:pPr marL="0" lvl="0" indent="0" algn="l" rtl="0">
                        <a:lnSpc>
                          <a:spcPct val="116666"/>
                        </a:lnSpc>
                        <a:spcBef>
                          <a:spcPts val="0"/>
                        </a:spcBef>
                        <a:spcAft>
                          <a:spcPts val="0"/>
                        </a:spcAft>
                        <a:buNone/>
                      </a:pPr>
                      <a:r>
                        <a:rPr lang="en-US" sz="3400">
                          <a:solidFill>
                            <a:schemeClr val="dk1"/>
                          </a:solidFill>
                          <a:latin typeface="Comic Sans MS"/>
                          <a:ea typeface="Comic Sans MS"/>
                          <a:cs typeface="Comic Sans MS"/>
                          <a:sym typeface="Comic Sans MS"/>
                        </a:rPr>
                        <a:t>Identify a </a:t>
                      </a:r>
                      <a:r>
                        <a:rPr lang="en-US" sz="3400" b="1" u="sng">
                          <a:solidFill>
                            <a:schemeClr val="dk1"/>
                          </a:solidFill>
                          <a:latin typeface="Comic Sans MS"/>
                          <a:ea typeface="Comic Sans MS"/>
                          <a:cs typeface="Comic Sans MS"/>
                          <a:sym typeface="Comic Sans MS"/>
                        </a:rPr>
                        <a:t>P</a:t>
                      </a:r>
                      <a:r>
                        <a:rPr lang="en-US" sz="3400">
                          <a:solidFill>
                            <a:schemeClr val="dk1"/>
                          </a:solidFill>
                          <a:latin typeface="Comic Sans MS"/>
                          <a:ea typeface="Comic Sans MS"/>
                          <a:cs typeface="Comic Sans MS"/>
                          <a:sym typeface="Comic Sans MS"/>
                        </a:rPr>
                        <a:t>attern </a:t>
                      </a:r>
                      <a:endParaRPr sz="3400"/>
                    </a:p>
                  </a:txBody>
                  <a:tcPr marL="91425" marR="91425" marT="91425" marB="91425"/>
                </a:tc>
                <a:tc>
                  <a:txBody>
                    <a:bodyPr/>
                    <a:lstStyle/>
                    <a:p>
                      <a:pPr marL="0" lvl="0" indent="0" algn="l" rtl="0">
                        <a:lnSpc>
                          <a:spcPct val="116666"/>
                        </a:lnSpc>
                        <a:spcBef>
                          <a:spcPts val="0"/>
                        </a:spcBef>
                        <a:spcAft>
                          <a:spcPts val="0"/>
                        </a:spcAft>
                        <a:buNone/>
                      </a:pPr>
                      <a:r>
                        <a:rPr lang="en-US" sz="3400" i="1">
                          <a:solidFill>
                            <a:schemeClr val="dk1"/>
                          </a:solidFill>
                          <a:latin typeface="Comic Sans MS"/>
                          <a:ea typeface="Comic Sans MS"/>
                          <a:cs typeface="Comic Sans MS"/>
                          <a:sym typeface="Comic Sans MS"/>
                        </a:rPr>
                        <a:t>What patterns can you see- e.g. an increase, decrease, high v low income countries….</a:t>
                      </a:r>
                      <a:endParaRPr sz="3400"/>
                    </a:p>
                  </a:txBody>
                  <a:tcPr marL="91425" marR="91425" marT="91425" marB="91425"/>
                </a:tc>
                <a:extLst>
                  <a:ext uri="{0D108BD9-81ED-4DB2-BD59-A6C34878D82A}">
                    <a16:rowId xmlns:a16="http://schemas.microsoft.com/office/drawing/2014/main" val="10000"/>
                  </a:ext>
                </a:extLst>
              </a:tr>
              <a:tr h="1815900">
                <a:tc>
                  <a:txBody>
                    <a:bodyPr/>
                    <a:lstStyle/>
                    <a:p>
                      <a:pPr marL="0" lvl="0" indent="0" algn="l" rtl="0">
                        <a:spcBef>
                          <a:spcPts val="0"/>
                        </a:spcBef>
                        <a:spcAft>
                          <a:spcPts val="0"/>
                        </a:spcAft>
                        <a:buNone/>
                      </a:pPr>
                      <a:r>
                        <a:rPr lang="en-US" sz="3400"/>
                        <a:t>Q</a:t>
                      </a:r>
                      <a:endParaRPr sz="3400"/>
                    </a:p>
                  </a:txBody>
                  <a:tcPr marL="91425" marR="91425" marT="91425" marB="91425"/>
                </a:tc>
                <a:tc>
                  <a:txBody>
                    <a:bodyPr/>
                    <a:lstStyle/>
                    <a:p>
                      <a:pPr marL="0" lvl="0" indent="0" algn="l" rtl="0">
                        <a:lnSpc>
                          <a:spcPct val="116666"/>
                        </a:lnSpc>
                        <a:spcBef>
                          <a:spcPts val="0"/>
                        </a:spcBef>
                        <a:spcAft>
                          <a:spcPts val="0"/>
                        </a:spcAft>
                        <a:buNone/>
                      </a:pPr>
                      <a:r>
                        <a:rPr lang="en-US" sz="3400" b="1" u="sng">
                          <a:solidFill>
                            <a:schemeClr val="dk1"/>
                          </a:solidFill>
                          <a:latin typeface="Comic Sans MS"/>
                          <a:ea typeface="Comic Sans MS"/>
                          <a:cs typeface="Comic Sans MS"/>
                          <a:sym typeface="Comic Sans MS"/>
                        </a:rPr>
                        <a:t>Q</a:t>
                      </a:r>
                      <a:r>
                        <a:rPr lang="en-US" sz="3400">
                          <a:solidFill>
                            <a:schemeClr val="dk1"/>
                          </a:solidFill>
                          <a:latin typeface="Comic Sans MS"/>
                          <a:ea typeface="Comic Sans MS"/>
                          <a:cs typeface="Comic Sans MS"/>
                          <a:sym typeface="Comic Sans MS"/>
                        </a:rPr>
                        <a:t>uantify your pattern </a:t>
                      </a:r>
                      <a:endParaRPr sz="3400"/>
                    </a:p>
                  </a:txBody>
                  <a:tcPr marL="91425" marR="91425" marT="91425" marB="91425"/>
                </a:tc>
                <a:tc>
                  <a:txBody>
                    <a:bodyPr/>
                    <a:lstStyle/>
                    <a:p>
                      <a:pPr marL="0" lvl="0" indent="0" algn="l" rtl="0">
                        <a:lnSpc>
                          <a:spcPct val="116666"/>
                        </a:lnSpc>
                        <a:spcBef>
                          <a:spcPts val="0"/>
                        </a:spcBef>
                        <a:spcAft>
                          <a:spcPts val="0"/>
                        </a:spcAft>
                        <a:buNone/>
                      </a:pPr>
                      <a:r>
                        <a:rPr lang="en-US" sz="3400" i="1">
                          <a:solidFill>
                            <a:schemeClr val="dk1"/>
                          </a:solidFill>
                          <a:latin typeface="Comic Sans MS"/>
                          <a:ea typeface="Comic Sans MS"/>
                          <a:cs typeface="Comic Sans MS"/>
                          <a:sym typeface="Comic Sans MS"/>
                        </a:rPr>
                        <a:t>Give a number to justify your pattern, e.g. the number of countries below a threshold)</a:t>
                      </a:r>
                      <a:endParaRPr sz="3400" i="1">
                        <a:solidFill>
                          <a:schemeClr val="dk1"/>
                        </a:solidFill>
                        <a:latin typeface="Comic Sans MS"/>
                        <a:ea typeface="Comic Sans MS"/>
                        <a:cs typeface="Comic Sans MS"/>
                        <a:sym typeface="Comic Sans MS"/>
                      </a:endParaRPr>
                    </a:p>
                    <a:p>
                      <a:pPr marL="0" lvl="0" indent="0" algn="l" rtl="0">
                        <a:spcBef>
                          <a:spcPts val="0"/>
                        </a:spcBef>
                        <a:spcAft>
                          <a:spcPts val="0"/>
                        </a:spcAft>
                        <a:buNone/>
                      </a:pPr>
                      <a:endParaRPr sz="3400"/>
                    </a:p>
                  </a:txBody>
                  <a:tcPr marL="91425" marR="91425" marT="91425" marB="91425"/>
                </a:tc>
                <a:extLst>
                  <a:ext uri="{0D108BD9-81ED-4DB2-BD59-A6C34878D82A}">
                    <a16:rowId xmlns:a16="http://schemas.microsoft.com/office/drawing/2014/main" val="10001"/>
                  </a:ext>
                </a:extLst>
              </a:tr>
              <a:tr h="1815900">
                <a:tc>
                  <a:txBody>
                    <a:bodyPr/>
                    <a:lstStyle/>
                    <a:p>
                      <a:pPr marL="0" lvl="0" indent="0" algn="l" rtl="0">
                        <a:spcBef>
                          <a:spcPts val="0"/>
                        </a:spcBef>
                        <a:spcAft>
                          <a:spcPts val="0"/>
                        </a:spcAft>
                        <a:buNone/>
                      </a:pPr>
                      <a:r>
                        <a:rPr lang="en-US" sz="3400"/>
                        <a:t>E</a:t>
                      </a:r>
                      <a:endParaRPr sz="3400"/>
                    </a:p>
                  </a:txBody>
                  <a:tcPr marL="91425" marR="91425" marT="91425" marB="91425"/>
                </a:tc>
                <a:tc>
                  <a:txBody>
                    <a:bodyPr/>
                    <a:lstStyle/>
                    <a:p>
                      <a:pPr marL="0" lvl="0" indent="0" algn="l" rtl="0">
                        <a:lnSpc>
                          <a:spcPct val="116666"/>
                        </a:lnSpc>
                        <a:spcBef>
                          <a:spcPts val="0"/>
                        </a:spcBef>
                        <a:spcAft>
                          <a:spcPts val="0"/>
                        </a:spcAft>
                        <a:buNone/>
                      </a:pPr>
                      <a:r>
                        <a:rPr lang="en-US" sz="3400">
                          <a:solidFill>
                            <a:schemeClr val="dk1"/>
                          </a:solidFill>
                          <a:latin typeface="Comic Sans MS"/>
                          <a:ea typeface="Comic Sans MS"/>
                          <a:cs typeface="Comic Sans MS"/>
                          <a:sym typeface="Comic Sans MS"/>
                        </a:rPr>
                        <a:t>Identify</a:t>
                      </a:r>
                      <a:r>
                        <a:rPr lang="en-US" sz="3400" b="1">
                          <a:solidFill>
                            <a:schemeClr val="dk1"/>
                          </a:solidFill>
                          <a:latin typeface="Comic Sans MS"/>
                          <a:ea typeface="Comic Sans MS"/>
                          <a:cs typeface="Comic Sans MS"/>
                          <a:sym typeface="Comic Sans MS"/>
                        </a:rPr>
                        <a:t> </a:t>
                      </a:r>
                      <a:r>
                        <a:rPr lang="en-US" sz="3400" b="1" u="sng">
                          <a:solidFill>
                            <a:schemeClr val="dk1"/>
                          </a:solidFill>
                          <a:latin typeface="Comic Sans MS"/>
                          <a:ea typeface="Comic Sans MS"/>
                          <a:cs typeface="Comic Sans MS"/>
                          <a:sym typeface="Comic Sans MS"/>
                        </a:rPr>
                        <a:t>E</a:t>
                      </a:r>
                      <a:r>
                        <a:rPr lang="en-US" sz="3400">
                          <a:solidFill>
                            <a:schemeClr val="dk1"/>
                          </a:solidFill>
                          <a:latin typeface="Comic Sans MS"/>
                          <a:ea typeface="Comic Sans MS"/>
                          <a:cs typeface="Comic Sans MS"/>
                          <a:sym typeface="Comic Sans MS"/>
                        </a:rPr>
                        <a:t>xceptions or </a:t>
                      </a:r>
                      <a:r>
                        <a:rPr lang="en-US" sz="3400" b="1" u="sng">
                          <a:solidFill>
                            <a:schemeClr val="dk1"/>
                          </a:solidFill>
                          <a:latin typeface="Comic Sans MS"/>
                          <a:ea typeface="Comic Sans MS"/>
                          <a:cs typeface="Comic Sans MS"/>
                          <a:sym typeface="Comic Sans MS"/>
                        </a:rPr>
                        <a:t>e</a:t>
                      </a:r>
                      <a:r>
                        <a:rPr lang="en-US" sz="3400">
                          <a:solidFill>
                            <a:schemeClr val="dk1"/>
                          </a:solidFill>
                          <a:latin typeface="Comic Sans MS"/>
                          <a:ea typeface="Comic Sans MS"/>
                          <a:cs typeface="Comic Sans MS"/>
                          <a:sym typeface="Comic Sans MS"/>
                        </a:rPr>
                        <a:t>xamples</a:t>
                      </a:r>
                      <a:r>
                        <a:rPr lang="en-US" sz="3400" i="1">
                          <a:solidFill>
                            <a:schemeClr val="dk1"/>
                          </a:solidFill>
                          <a:latin typeface="Comic Sans MS"/>
                          <a:ea typeface="Comic Sans MS"/>
                          <a:cs typeface="Comic Sans MS"/>
                          <a:sym typeface="Comic Sans MS"/>
                        </a:rPr>
                        <a:t> </a:t>
                      </a:r>
                      <a:endParaRPr sz="3400"/>
                    </a:p>
                  </a:txBody>
                  <a:tcPr marL="91425" marR="91425" marT="91425" marB="91425"/>
                </a:tc>
                <a:tc>
                  <a:txBody>
                    <a:bodyPr/>
                    <a:lstStyle/>
                    <a:p>
                      <a:pPr marL="0" lvl="0" indent="0" algn="l" rtl="0">
                        <a:lnSpc>
                          <a:spcPct val="116666"/>
                        </a:lnSpc>
                        <a:spcBef>
                          <a:spcPts val="0"/>
                        </a:spcBef>
                        <a:spcAft>
                          <a:spcPts val="0"/>
                        </a:spcAft>
                        <a:buNone/>
                      </a:pPr>
                      <a:r>
                        <a:rPr lang="en-US" sz="3400" i="1">
                          <a:solidFill>
                            <a:schemeClr val="dk1"/>
                          </a:solidFill>
                          <a:latin typeface="Comic Sans MS"/>
                          <a:ea typeface="Comic Sans MS"/>
                          <a:cs typeface="Comic Sans MS"/>
                          <a:sym typeface="Comic Sans MS"/>
                        </a:rPr>
                        <a:t>What exceptions to the pattern exist and why? Or what example really highlights your pattern)</a:t>
                      </a:r>
                      <a:endParaRPr sz="3400" i="1">
                        <a:solidFill>
                          <a:schemeClr val="dk1"/>
                        </a:solidFill>
                        <a:latin typeface="Comic Sans MS"/>
                        <a:ea typeface="Comic Sans MS"/>
                        <a:cs typeface="Comic Sans MS"/>
                        <a:sym typeface="Comic Sans MS"/>
                      </a:endParaRPr>
                    </a:p>
                    <a:p>
                      <a:pPr marL="0" lvl="0" indent="0" algn="l" rtl="0">
                        <a:spcBef>
                          <a:spcPts val="0"/>
                        </a:spcBef>
                        <a:spcAft>
                          <a:spcPts val="0"/>
                        </a:spcAft>
                        <a:buNone/>
                      </a:pPr>
                      <a:endParaRPr sz="3400"/>
                    </a:p>
                  </a:txBody>
                  <a:tcPr marL="91425" marR="91425" marT="91425" marB="91425"/>
                </a:tc>
                <a:extLst>
                  <a:ext uri="{0D108BD9-81ED-4DB2-BD59-A6C34878D82A}">
                    <a16:rowId xmlns:a16="http://schemas.microsoft.com/office/drawing/2014/main" val="10002"/>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7AC2E2"/>
        </a:solidFill>
        <a:effectLst/>
      </p:bgPr>
    </p:bg>
    <p:spTree>
      <p:nvGrpSpPr>
        <p:cNvPr id="1" name="Shape 235"/>
        <p:cNvGrpSpPr/>
        <p:nvPr/>
      </p:nvGrpSpPr>
      <p:grpSpPr>
        <a:xfrm>
          <a:off x="0" y="0"/>
          <a:ext cx="0" cy="0"/>
          <a:chOff x="0" y="0"/>
          <a:chExt cx="0" cy="0"/>
        </a:xfrm>
      </p:grpSpPr>
      <p:sp>
        <p:nvSpPr>
          <p:cNvPr id="236" name="Google Shape;236;p21"/>
          <p:cNvSpPr/>
          <p:nvPr/>
        </p:nvSpPr>
        <p:spPr>
          <a:xfrm>
            <a:off x="17188699" y="5685755"/>
            <a:ext cx="2198602" cy="923413"/>
          </a:xfrm>
          <a:custGeom>
            <a:avLst/>
            <a:gdLst/>
            <a:ahLst/>
            <a:cxnLst/>
            <a:rect l="l" t="t" r="r" b="b"/>
            <a:pathLst>
              <a:path w="2198602" h="923413" extrusionOk="0">
                <a:moveTo>
                  <a:pt x="0" y="0"/>
                </a:moveTo>
                <a:lnTo>
                  <a:pt x="2198602" y="0"/>
                </a:lnTo>
                <a:lnTo>
                  <a:pt x="2198602" y="923412"/>
                </a:lnTo>
                <a:lnTo>
                  <a:pt x="0" y="923412"/>
                </a:lnTo>
                <a:lnTo>
                  <a:pt x="0" y="0"/>
                </a:lnTo>
                <a:close/>
              </a:path>
            </a:pathLst>
          </a:custGeom>
          <a:blipFill rotWithShape="1">
            <a:blip r:embed="rId3">
              <a:alphaModFix/>
            </a:blip>
            <a:stretch>
              <a:fillRect/>
            </a:stretch>
          </a:blipFill>
          <a:ln>
            <a:noFill/>
          </a:ln>
        </p:spPr>
        <p:txBody>
          <a:bodyPr/>
          <a:lstStyle/>
          <a:p>
            <a:endParaRPr lang="en-US"/>
          </a:p>
        </p:txBody>
      </p:sp>
      <p:sp>
        <p:nvSpPr>
          <p:cNvPr id="237" name="Google Shape;237;p21"/>
          <p:cNvSpPr/>
          <p:nvPr/>
        </p:nvSpPr>
        <p:spPr>
          <a:xfrm>
            <a:off x="1818046" y="6609167"/>
            <a:ext cx="2198602" cy="923413"/>
          </a:xfrm>
          <a:custGeom>
            <a:avLst/>
            <a:gdLst/>
            <a:ahLst/>
            <a:cxnLst/>
            <a:rect l="l" t="t" r="r" b="b"/>
            <a:pathLst>
              <a:path w="2198602" h="923413" extrusionOk="0">
                <a:moveTo>
                  <a:pt x="0" y="0"/>
                </a:moveTo>
                <a:lnTo>
                  <a:pt x="2198602" y="0"/>
                </a:lnTo>
                <a:lnTo>
                  <a:pt x="2198602" y="923413"/>
                </a:lnTo>
                <a:lnTo>
                  <a:pt x="0" y="923413"/>
                </a:lnTo>
                <a:lnTo>
                  <a:pt x="0" y="0"/>
                </a:lnTo>
                <a:close/>
              </a:path>
            </a:pathLst>
          </a:custGeom>
          <a:blipFill rotWithShape="1">
            <a:blip r:embed="rId3">
              <a:alphaModFix/>
            </a:blip>
            <a:stretch>
              <a:fillRect/>
            </a:stretch>
          </a:blipFill>
          <a:ln>
            <a:noFill/>
          </a:ln>
        </p:spPr>
        <p:txBody>
          <a:bodyPr/>
          <a:lstStyle/>
          <a:p>
            <a:endParaRPr lang="en-US"/>
          </a:p>
        </p:txBody>
      </p:sp>
      <p:sp>
        <p:nvSpPr>
          <p:cNvPr id="238" name="Google Shape;238;p21"/>
          <p:cNvSpPr txBox="1"/>
          <p:nvPr/>
        </p:nvSpPr>
        <p:spPr>
          <a:xfrm>
            <a:off x="3049115" y="511957"/>
            <a:ext cx="11079000" cy="12315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8000">
                <a:solidFill>
                  <a:srgbClr val="FFFFFF"/>
                </a:solidFill>
                <a:latin typeface="Yeseva One"/>
                <a:ea typeface="Yeseva One"/>
                <a:cs typeface="Yeseva One"/>
                <a:sym typeface="Yeseva One"/>
              </a:rPr>
              <a:t>PQE</a:t>
            </a:r>
            <a:endParaRPr sz="8000"/>
          </a:p>
        </p:txBody>
      </p:sp>
      <p:grpSp>
        <p:nvGrpSpPr>
          <p:cNvPr id="239" name="Google Shape;239;p21"/>
          <p:cNvGrpSpPr/>
          <p:nvPr/>
        </p:nvGrpSpPr>
        <p:grpSpPr>
          <a:xfrm>
            <a:off x="1028700" y="2057400"/>
            <a:ext cx="16230707" cy="6903334"/>
            <a:chOff x="0" y="0"/>
            <a:chExt cx="4274726" cy="1818150"/>
          </a:xfrm>
        </p:grpSpPr>
        <p:sp>
          <p:nvSpPr>
            <p:cNvPr id="240" name="Google Shape;240;p21"/>
            <p:cNvSpPr/>
            <p:nvPr/>
          </p:nvSpPr>
          <p:spPr>
            <a:xfrm>
              <a:off x="0" y="0"/>
              <a:ext cx="4274726" cy="1818122"/>
            </a:xfrm>
            <a:custGeom>
              <a:avLst/>
              <a:gdLst/>
              <a:ahLst/>
              <a:cxnLst/>
              <a:rect l="l" t="t" r="r" b="b"/>
              <a:pathLst>
                <a:path w="4274726" h="1818122" extrusionOk="0">
                  <a:moveTo>
                    <a:pt x="0" y="0"/>
                  </a:moveTo>
                  <a:lnTo>
                    <a:pt x="4274726" y="0"/>
                  </a:lnTo>
                  <a:lnTo>
                    <a:pt x="4274726" y="1818122"/>
                  </a:lnTo>
                  <a:lnTo>
                    <a:pt x="0" y="1818122"/>
                  </a:lnTo>
                  <a:close/>
                </a:path>
              </a:pathLst>
            </a:custGeom>
            <a:solidFill>
              <a:srgbClr val="EAFAFF"/>
            </a:solidFill>
            <a:ln>
              <a:noFill/>
            </a:ln>
          </p:spPr>
          <p:txBody>
            <a:bodyPr/>
            <a:lstStyle/>
            <a:p>
              <a:endParaRPr lang="en-US"/>
            </a:p>
          </p:txBody>
        </p:sp>
        <p:sp>
          <p:nvSpPr>
            <p:cNvPr id="241" name="Google Shape;241;p21"/>
            <p:cNvSpPr txBox="1"/>
            <p:nvPr/>
          </p:nvSpPr>
          <p:spPr>
            <a:xfrm>
              <a:off x="0" y="19050"/>
              <a:ext cx="4274700" cy="17991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42" name="Google Shape;242;p21"/>
          <p:cNvSpPr/>
          <p:nvPr/>
        </p:nvSpPr>
        <p:spPr>
          <a:xfrm>
            <a:off x="14128129" y="-1034050"/>
            <a:ext cx="4583646" cy="3517948"/>
          </a:xfrm>
          <a:custGeom>
            <a:avLst/>
            <a:gdLst/>
            <a:ahLst/>
            <a:cxnLst/>
            <a:rect l="l" t="t" r="r" b="b"/>
            <a:pathLst>
              <a:path w="4583646" h="3517948" extrusionOk="0">
                <a:moveTo>
                  <a:pt x="0" y="0"/>
                </a:moveTo>
                <a:lnTo>
                  <a:pt x="4583646" y="0"/>
                </a:lnTo>
                <a:lnTo>
                  <a:pt x="4583646" y="3517948"/>
                </a:lnTo>
                <a:lnTo>
                  <a:pt x="0" y="3517948"/>
                </a:lnTo>
                <a:lnTo>
                  <a:pt x="0" y="0"/>
                </a:lnTo>
                <a:close/>
              </a:path>
            </a:pathLst>
          </a:custGeom>
          <a:blipFill rotWithShape="1">
            <a:blip r:embed="rId4">
              <a:alphaModFix/>
            </a:blip>
            <a:stretch>
              <a:fillRect/>
            </a:stretch>
          </a:blipFill>
          <a:ln>
            <a:noFill/>
          </a:ln>
        </p:spPr>
        <p:txBody>
          <a:bodyPr/>
          <a:lstStyle/>
          <a:p>
            <a:endParaRPr lang="en-US"/>
          </a:p>
        </p:txBody>
      </p:sp>
      <p:sp>
        <p:nvSpPr>
          <p:cNvPr id="243" name="Google Shape;243;p21"/>
          <p:cNvSpPr/>
          <p:nvPr/>
        </p:nvSpPr>
        <p:spPr>
          <a:xfrm>
            <a:off x="-127756" y="322523"/>
            <a:ext cx="3834147" cy="1610342"/>
          </a:xfrm>
          <a:custGeom>
            <a:avLst/>
            <a:gdLst/>
            <a:ahLst/>
            <a:cxnLst/>
            <a:rect l="l" t="t" r="r" b="b"/>
            <a:pathLst>
              <a:path w="3834147" h="1610342" extrusionOk="0">
                <a:moveTo>
                  <a:pt x="0" y="0"/>
                </a:moveTo>
                <a:lnTo>
                  <a:pt x="3834147" y="0"/>
                </a:lnTo>
                <a:lnTo>
                  <a:pt x="3834147" y="1610341"/>
                </a:lnTo>
                <a:lnTo>
                  <a:pt x="0" y="1610341"/>
                </a:lnTo>
                <a:lnTo>
                  <a:pt x="0" y="0"/>
                </a:lnTo>
                <a:close/>
              </a:path>
            </a:pathLst>
          </a:custGeom>
          <a:blipFill rotWithShape="1">
            <a:blip r:embed="rId3">
              <a:alphaModFix/>
            </a:blip>
            <a:stretch>
              <a:fillRect/>
            </a:stretch>
          </a:blipFill>
          <a:ln>
            <a:noFill/>
          </a:ln>
        </p:spPr>
        <p:txBody>
          <a:bodyPr/>
          <a:lstStyle/>
          <a:p>
            <a:endParaRPr lang="en-US"/>
          </a:p>
        </p:txBody>
      </p:sp>
      <p:sp>
        <p:nvSpPr>
          <p:cNvPr id="244" name="Google Shape;244;p21"/>
          <p:cNvSpPr/>
          <p:nvPr/>
        </p:nvSpPr>
        <p:spPr>
          <a:xfrm>
            <a:off x="11420843" y="8688906"/>
            <a:ext cx="3678553" cy="1544992"/>
          </a:xfrm>
          <a:custGeom>
            <a:avLst/>
            <a:gdLst/>
            <a:ahLst/>
            <a:cxnLst/>
            <a:rect l="l" t="t" r="r" b="b"/>
            <a:pathLst>
              <a:path w="3678553" h="1544992" extrusionOk="0">
                <a:moveTo>
                  <a:pt x="0" y="0"/>
                </a:moveTo>
                <a:lnTo>
                  <a:pt x="3678553" y="0"/>
                </a:lnTo>
                <a:lnTo>
                  <a:pt x="3678553" y="1544992"/>
                </a:lnTo>
                <a:lnTo>
                  <a:pt x="0" y="1544992"/>
                </a:lnTo>
                <a:lnTo>
                  <a:pt x="0" y="0"/>
                </a:lnTo>
                <a:close/>
              </a:path>
            </a:pathLst>
          </a:custGeom>
          <a:blipFill rotWithShape="1">
            <a:blip r:embed="rId3">
              <a:alphaModFix/>
            </a:blip>
            <a:stretch>
              <a:fillRect/>
            </a:stretch>
          </a:blipFill>
          <a:ln>
            <a:noFill/>
          </a:ln>
        </p:spPr>
        <p:txBody>
          <a:bodyPr/>
          <a:lstStyle/>
          <a:p>
            <a:endParaRPr lang="en-US"/>
          </a:p>
        </p:txBody>
      </p:sp>
      <p:sp>
        <p:nvSpPr>
          <p:cNvPr id="245" name="Google Shape;245;p21"/>
          <p:cNvSpPr txBox="1"/>
          <p:nvPr/>
        </p:nvSpPr>
        <p:spPr>
          <a:xfrm>
            <a:off x="1028700" y="6279925"/>
            <a:ext cx="16743900" cy="2680800"/>
          </a:xfrm>
          <a:prstGeom prst="rect">
            <a:avLst/>
          </a:prstGeom>
          <a:noFill/>
          <a:ln>
            <a:noFill/>
          </a:ln>
        </p:spPr>
        <p:txBody>
          <a:bodyPr spcFirstLastPara="1" wrap="square" lIns="50800" tIns="50800" rIns="50800" bIns="50800" anchor="t" anchorCtr="0">
            <a:noAutofit/>
          </a:bodyPr>
          <a:lstStyle/>
          <a:p>
            <a:pPr marL="0" marR="0" lvl="0" indent="0" algn="l" rtl="0">
              <a:lnSpc>
                <a:spcPct val="116666"/>
              </a:lnSpc>
              <a:spcBef>
                <a:spcPts val="0"/>
              </a:spcBef>
              <a:spcAft>
                <a:spcPts val="0"/>
              </a:spcAft>
              <a:buNone/>
            </a:pPr>
            <a:r>
              <a:rPr lang="en-US" sz="4000">
                <a:solidFill>
                  <a:schemeClr val="dk1"/>
                </a:solidFill>
                <a:latin typeface="Comic Sans MS"/>
                <a:ea typeface="Comic Sans MS"/>
                <a:cs typeface="Comic Sans MS"/>
                <a:sym typeface="Comic Sans MS"/>
              </a:rPr>
              <a:t>E.g.: </a:t>
            </a:r>
            <a:endParaRPr sz="4000">
              <a:solidFill>
                <a:schemeClr val="dk1"/>
              </a:solidFill>
              <a:latin typeface="Comic Sans MS"/>
              <a:ea typeface="Comic Sans MS"/>
              <a:cs typeface="Comic Sans MS"/>
              <a:sym typeface="Comic Sans MS"/>
            </a:endParaRPr>
          </a:p>
          <a:p>
            <a:pPr marL="0" marR="0" lvl="0" indent="0" algn="l" rtl="0">
              <a:lnSpc>
                <a:spcPct val="116666"/>
              </a:lnSpc>
              <a:spcBef>
                <a:spcPts val="0"/>
              </a:spcBef>
              <a:spcAft>
                <a:spcPts val="0"/>
              </a:spcAft>
              <a:buNone/>
            </a:pPr>
            <a:r>
              <a:rPr lang="en-US" sz="4000">
                <a:solidFill>
                  <a:schemeClr val="dk1"/>
                </a:solidFill>
                <a:latin typeface="Comic Sans MS"/>
                <a:ea typeface="Comic Sans MS"/>
                <a:cs typeface="Comic Sans MS"/>
                <a:sym typeface="Comic Sans MS"/>
              </a:rPr>
              <a:t>This map demonstrates the amount of water withdrawn from freshwater resources to use for agriculture and industries. </a:t>
            </a:r>
            <a:endParaRPr sz="4000">
              <a:solidFill>
                <a:schemeClr val="dk1"/>
              </a:solidFill>
              <a:latin typeface="Comic Sans MS"/>
              <a:ea typeface="Comic Sans MS"/>
              <a:cs typeface="Comic Sans MS"/>
              <a:sym typeface="Comic Sans MS"/>
            </a:endParaRPr>
          </a:p>
        </p:txBody>
      </p:sp>
      <p:pic>
        <p:nvPicPr>
          <p:cNvPr id="246" name="Google Shape;246;p21"/>
          <p:cNvPicPr preferRelativeResize="0"/>
          <p:nvPr/>
        </p:nvPicPr>
        <p:blipFill rotWithShape="1">
          <a:blip r:embed="rId5">
            <a:alphaModFix/>
          </a:blip>
          <a:srcRect l="51985" b="26019"/>
          <a:stretch/>
        </p:blipFill>
        <p:spPr>
          <a:xfrm>
            <a:off x="5938100" y="2483897"/>
            <a:ext cx="6411802" cy="40517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7AC2E2"/>
        </a:solidFill>
        <a:effectLst/>
      </p:bgPr>
    </p:bg>
    <p:spTree>
      <p:nvGrpSpPr>
        <p:cNvPr id="1" name="Shape 250"/>
        <p:cNvGrpSpPr/>
        <p:nvPr/>
      </p:nvGrpSpPr>
      <p:grpSpPr>
        <a:xfrm>
          <a:off x="0" y="0"/>
          <a:ext cx="0" cy="0"/>
          <a:chOff x="0" y="0"/>
          <a:chExt cx="0" cy="0"/>
        </a:xfrm>
      </p:grpSpPr>
      <p:sp>
        <p:nvSpPr>
          <p:cNvPr id="251" name="Google Shape;251;p22"/>
          <p:cNvSpPr/>
          <p:nvPr/>
        </p:nvSpPr>
        <p:spPr>
          <a:xfrm>
            <a:off x="17188699" y="5685755"/>
            <a:ext cx="2198602" cy="923413"/>
          </a:xfrm>
          <a:custGeom>
            <a:avLst/>
            <a:gdLst/>
            <a:ahLst/>
            <a:cxnLst/>
            <a:rect l="l" t="t" r="r" b="b"/>
            <a:pathLst>
              <a:path w="2198602" h="923413" extrusionOk="0">
                <a:moveTo>
                  <a:pt x="0" y="0"/>
                </a:moveTo>
                <a:lnTo>
                  <a:pt x="2198602" y="0"/>
                </a:lnTo>
                <a:lnTo>
                  <a:pt x="2198602" y="923412"/>
                </a:lnTo>
                <a:lnTo>
                  <a:pt x="0" y="923412"/>
                </a:lnTo>
                <a:lnTo>
                  <a:pt x="0" y="0"/>
                </a:lnTo>
                <a:close/>
              </a:path>
            </a:pathLst>
          </a:custGeom>
          <a:blipFill rotWithShape="1">
            <a:blip r:embed="rId3">
              <a:alphaModFix/>
            </a:blip>
            <a:stretch>
              <a:fillRect/>
            </a:stretch>
          </a:blipFill>
          <a:ln>
            <a:noFill/>
          </a:ln>
        </p:spPr>
        <p:txBody>
          <a:bodyPr/>
          <a:lstStyle/>
          <a:p>
            <a:endParaRPr lang="en-US"/>
          </a:p>
        </p:txBody>
      </p:sp>
      <p:sp>
        <p:nvSpPr>
          <p:cNvPr id="252" name="Google Shape;252;p22"/>
          <p:cNvSpPr/>
          <p:nvPr/>
        </p:nvSpPr>
        <p:spPr>
          <a:xfrm>
            <a:off x="1818046" y="6609167"/>
            <a:ext cx="2198602" cy="923413"/>
          </a:xfrm>
          <a:custGeom>
            <a:avLst/>
            <a:gdLst/>
            <a:ahLst/>
            <a:cxnLst/>
            <a:rect l="l" t="t" r="r" b="b"/>
            <a:pathLst>
              <a:path w="2198602" h="923413" extrusionOk="0">
                <a:moveTo>
                  <a:pt x="0" y="0"/>
                </a:moveTo>
                <a:lnTo>
                  <a:pt x="2198602" y="0"/>
                </a:lnTo>
                <a:lnTo>
                  <a:pt x="2198602" y="923413"/>
                </a:lnTo>
                <a:lnTo>
                  <a:pt x="0" y="923413"/>
                </a:lnTo>
                <a:lnTo>
                  <a:pt x="0" y="0"/>
                </a:lnTo>
                <a:close/>
              </a:path>
            </a:pathLst>
          </a:custGeom>
          <a:blipFill rotWithShape="1">
            <a:blip r:embed="rId3">
              <a:alphaModFix/>
            </a:blip>
            <a:stretch>
              <a:fillRect/>
            </a:stretch>
          </a:blipFill>
          <a:ln>
            <a:noFill/>
          </a:ln>
        </p:spPr>
        <p:txBody>
          <a:bodyPr/>
          <a:lstStyle/>
          <a:p>
            <a:endParaRPr lang="en-US"/>
          </a:p>
        </p:txBody>
      </p:sp>
      <p:sp>
        <p:nvSpPr>
          <p:cNvPr id="253" name="Google Shape;253;p22"/>
          <p:cNvSpPr txBox="1"/>
          <p:nvPr/>
        </p:nvSpPr>
        <p:spPr>
          <a:xfrm>
            <a:off x="3049115" y="511957"/>
            <a:ext cx="11079000" cy="12315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8000">
                <a:solidFill>
                  <a:srgbClr val="FFFFFF"/>
                </a:solidFill>
                <a:latin typeface="Yeseva One"/>
                <a:ea typeface="Yeseva One"/>
                <a:cs typeface="Yeseva One"/>
                <a:sym typeface="Yeseva One"/>
              </a:rPr>
              <a:t>PQE</a:t>
            </a:r>
            <a:endParaRPr sz="8000"/>
          </a:p>
        </p:txBody>
      </p:sp>
      <p:grpSp>
        <p:nvGrpSpPr>
          <p:cNvPr id="254" name="Google Shape;254;p22"/>
          <p:cNvGrpSpPr/>
          <p:nvPr/>
        </p:nvGrpSpPr>
        <p:grpSpPr>
          <a:xfrm>
            <a:off x="1028700" y="2057400"/>
            <a:ext cx="16230707" cy="6903334"/>
            <a:chOff x="0" y="0"/>
            <a:chExt cx="4274726" cy="1818150"/>
          </a:xfrm>
        </p:grpSpPr>
        <p:sp>
          <p:nvSpPr>
            <p:cNvPr id="255" name="Google Shape;255;p22"/>
            <p:cNvSpPr/>
            <p:nvPr/>
          </p:nvSpPr>
          <p:spPr>
            <a:xfrm>
              <a:off x="0" y="0"/>
              <a:ext cx="4274726" cy="1818122"/>
            </a:xfrm>
            <a:custGeom>
              <a:avLst/>
              <a:gdLst/>
              <a:ahLst/>
              <a:cxnLst/>
              <a:rect l="l" t="t" r="r" b="b"/>
              <a:pathLst>
                <a:path w="4274726" h="1818122" extrusionOk="0">
                  <a:moveTo>
                    <a:pt x="0" y="0"/>
                  </a:moveTo>
                  <a:lnTo>
                    <a:pt x="4274726" y="0"/>
                  </a:lnTo>
                  <a:lnTo>
                    <a:pt x="4274726" y="1818122"/>
                  </a:lnTo>
                  <a:lnTo>
                    <a:pt x="0" y="1818122"/>
                  </a:lnTo>
                  <a:close/>
                </a:path>
              </a:pathLst>
            </a:custGeom>
            <a:solidFill>
              <a:srgbClr val="EAFAFF"/>
            </a:solidFill>
            <a:ln>
              <a:noFill/>
            </a:ln>
          </p:spPr>
          <p:txBody>
            <a:bodyPr/>
            <a:lstStyle/>
            <a:p>
              <a:endParaRPr lang="en-US"/>
            </a:p>
          </p:txBody>
        </p:sp>
        <p:sp>
          <p:nvSpPr>
            <p:cNvPr id="256" name="Google Shape;256;p22"/>
            <p:cNvSpPr txBox="1"/>
            <p:nvPr/>
          </p:nvSpPr>
          <p:spPr>
            <a:xfrm>
              <a:off x="0" y="19050"/>
              <a:ext cx="4274700" cy="17991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57" name="Google Shape;257;p22"/>
          <p:cNvSpPr/>
          <p:nvPr/>
        </p:nvSpPr>
        <p:spPr>
          <a:xfrm>
            <a:off x="14128129" y="-1034050"/>
            <a:ext cx="4583646" cy="3517948"/>
          </a:xfrm>
          <a:custGeom>
            <a:avLst/>
            <a:gdLst/>
            <a:ahLst/>
            <a:cxnLst/>
            <a:rect l="l" t="t" r="r" b="b"/>
            <a:pathLst>
              <a:path w="4583646" h="3517948" extrusionOk="0">
                <a:moveTo>
                  <a:pt x="0" y="0"/>
                </a:moveTo>
                <a:lnTo>
                  <a:pt x="4583646" y="0"/>
                </a:lnTo>
                <a:lnTo>
                  <a:pt x="4583646" y="3517948"/>
                </a:lnTo>
                <a:lnTo>
                  <a:pt x="0" y="3517948"/>
                </a:lnTo>
                <a:lnTo>
                  <a:pt x="0" y="0"/>
                </a:lnTo>
                <a:close/>
              </a:path>
            </a:pathLst>
          </a:custGeom>
          <a:blipFill rotWithShape="1">
            <a:blip r:embed="rId4">
              <a:alphaModFix/>
            </a:blip>
            <a:stretch>
              <a:fillRect/>
            </a:stretch>
          </a:blipFill>
          <a:ln>
            <a:noFill/>
          </a:ln>
        </p:spPr>
        <p:txBody>
          <a:bodyPr/>
          <a:lstStyle/>
          <a:p>
            <a:endParaRPr lang="en-US"/>
          </a:p>
        </p:txBody>
      </p:sp>
      <p:sp>
        <p:nvSpPr>
          <p:cNvPr id="258" name="Google Shape;258;p22"/>
          <p:cNvSpPr/>
          <p:nvPr/>
        </p:nvSpPr>
        <p:spPr>
          <a:xfrm>
            <a:off x="-127756" y="322523"/>
            <a:ext cx="3834147" cy="1610342"/>
          </a:xfrm>
          <a:custGeom>
            <a:avLst/>
            <a:gdLst/>
            <a:ahLst/>
            <a:cxnLst/>
            <a:rect l="l" t="t" r="r" b="b"/>
            <a:pathLst>
              <a:path w="3834147" h="1610342" extrusionOk="0">
                <a:moveTo>
                  <a:pt x="0" y="0"/>
                </a:moveTo>
                <a:lnTo>
                  <a:pt x="3834147" y="0"/>
                </a:lnTo>
                <a:lnTo>
                  <a:pt x="3834147" y="1610341"/>
                </a:lnTo>
                <a:lnTo>
                  <a:pt x="0" y="1610341"/>
                </a:lnTo>
                <a:lnTo>
                  <a:pt x="0" y="0"/>
                </a:lnTo>
                <a:close/>
              </a:path>
            </a:pathLst>
          </a:custGeom>
          <a:blipFill rotWithShape="1">
            <a:blip r:embed="rId3">
              <a:alphaModFix/>
            </a:blip>
            <a:stretch>
              <a:fillRect/>
            </a:stretch>
          </a:blipFill>
          <a:ln>
            <a:noFill/>
          </a:ln>
        </p:spPr>
        <p:txBody>
          <a:bodyPr/>
          <a:lstStyle/>
          <a:p>
            <a:endParaRPr lang="en-US"/>
          </a:p>
        </p:txBody>
      </p:sp>
      <p:sp>
        <p:nvSpPr>
          <p:cNvPr id="259" name="Google Shape;259;p22"/>
          <p:cNvSpPr/>
          <p:nvPr/>
        </p:nvSpPr>
        <p:spPr>
          <a:xfrm>
            <a:off x="11420843" y="8688906"/>
            <a:ext cx="3678553" cy="1544992"/>
          </a:xfrm>
          <a:custGeom>
            <a:avLst/>
            <a:gdLst/>
            <a:ahLst/>
            <a:cxnLst/>
            <a:rect l="l" t="t" r="r" b="b"/>
            <a:pathLst>
              <a:path w="3678553" h="1544992" extrusionOk="0">
                <a:moveTo>
                  <a:pt x="0" y="0"/>
                </a:moveTo>
                <a:lnTo>
                  <a:pt x="3678553" y="0"/>
                </a:lnTo>
                <a:lnTo>
                  <a:pt x="3678553" y="1544992"/>
                </a:lnTo>
                <a:lnTo>
                  <a:pt x="0" y="1544992"/>
                </a:lnTo>
                <a:lnTo>
                  <a:pt x="0" y="0"/>
                </a:lnTo>
                <a:close/>
              </a:path>
            </a:pathLst>
          </a:custGeom>
          <a:blipFill rotWithShape="1">
            <a:blip r:embed="rId3">
              <a:alphaModFix/>
            </a:blip>
            <a:stretch>
              <a:fillRect/>
            </a:stretch>
          </a:blipFill>
          <a:ln>
            <a:noFill/>
          </a:ln>
        </p:spPr>
        <p:txBody>
          <a:bodyPr/>
          <a:lstStyle/>
          <a:p>
            <a:endParaRPr lang="en-US"/>
          </a:p>
        </p:txBody>
      </p:sp>
      <p:sp>
        <p:nvSpPr>
          <p:cNvPr id="260" name="Google Shape;260;p22"/>
          <p:cNvSpPr txBox="1"/>
          <p:nvPr/>
        </p:nvSpPr>
        <p:spPr>
          <a:xfrm>
            <a:off x="1321000" y="4051688"/>
            <a:ext cx="16743900" cy="4800600"/>
          </a:xfrm>
          <a:prstGeom prst="rect">
            <a:avLst/>
          </a:prstGeom>
          <a:noFill/>
          <a:ln>
            <a:noFill/>
          </a:ln>
        </p:spPr>
        <p:txBody>
          <a:bodyPr spcFirstLastPara="1" wrap="square" lIns="50800" tIns="50800" rIns="50800" bIns="50800" anchor="t" anchorCtr="0">
            <a:noAutofit/>
          </a:bodyPr>
          <a:lstStyle/>
          <a:p>
            <a:pPr marL="0" marR="0" lvl="0" indent="0" algn="l" rtl="0">
              <a:lnSpc>
                <a:spcPct val="116666"/>
              </a:lnSpc>
              <a:spcBef>
                <a:spcPts val="0"/>
              </a:spcBef>
              <a:spcAft>
                <a:spcPts val="0"/>
              </a:spcAft>
              <a:buNone/>
            </a:pPr>
            <a:r>
              <a:rPr lang="en-US" sz="4000" b="1">
                <a:solidFill>
                  <a:schemeClr val="dk1"/>
                </a:solidFill>
                <a:latin typeface="Comic Sans MS"/>
                <a:ea typeface="Comic Sans MS"/>
                <a:cs typeface="Comic Sans MS"/>
                <a:sym typeface="Comic Sans MS"/>
              </a:rPr>
              <a:t>Pattern</a:t>
            </a:r>
            <a:r>
              <a:rPr lang="en-US" sz="4000">
                <a:solidFill>
                  <a:schemeClr val="dk1"/>
                </a:solidFill>
                <a:latin typeface="Comic Sans MS"/>
                <a:ea typeface="Comic Sans MS"/>
                <a:cs typeface="Comic Sans MS"/>
                <a:sym typeface="Comic Sans MS"/>
              </a:rPr>
              <a:t>: Countries in low latitudes withdraw the least amount</a:t>
            </a:r>
            <a:endParaRPr sz="4000">
              <a:solidFill>
                <a:schemeClr val="dk1"/>
              </a:solidFill>
              <a:latin typeface="Comic Sans MS"/>
              <a:ea typeface="Comic Sans MS"/>
              <a:cs typeface="Comic Sans MS"/>
              <a:sym typeface="Comic Sans MS"/>
            </a:endParaRPr>
          </a:p>
          <a:p>
            <a:pPr marL="0" marR="0" lvl="0" indent="0" algn="l" rtl="0">
              <a:lnSpc>
                <a:spcPct val="116666"/>
              </a:lnSpc>
              <a:spcBef>
                <a:spcPts val="1000"/>
              </a:spcBef>
              <a:spcAft>
                <a:spcPts val="0"/>
              </a:spcAft>
              <a:buNone/>
            </a:pPr>
            <a:r>
              <a:rPr lang="en-US" sz="4000" b="1">
                <a:solidFill>
                  <a:schemeClr val="dk1"/>
                </a:solidFill>
                <a:latin typeface="Comic Sans MS"/>
                <a:ea typeface="Comic Sans MS"/>
                <a:cs typeface="Comic Sans MS"/>
                <a:sym typeface="Comic Sans MS"/>
              </a:rPr>
              <a:t>Quantify</a:t>
            </a:r>
            <a:r>
              <a:rPr lang="en-US" sz="4000">
                <a:solidFill>
                  <a:schemeClr val="dk1"/>
                </a:solidFill>
                <a:latin typeface="Comic Sans MS"/>
                <a:ea typeface="Comic Sans MS"/>
                <a:cs typeface="Comic Sans MS"/>
                <a:sym typeface="Comic Sans MS"/>
              </a:rPr>
              <a:t>: 15 of the 16 countries with the least amount withdrawn can be found in the middle east and southwest Asia.</a:t>
            </a:r>
            <a:endParaRPr sz="4000">
              <a:solidFill>
                <a:schemeClr val="dk1"/>
              </a:solidFill>
              <a:latin typeface="Comic Sans MS"/>
              <a:ea typeface="Comic Sans MS"/>
              <a:cs typeface="Comic Sans MS"/>
              <a:sym typeface="Comic Sans MS"/>
            </a:endParaRPr>
          </a:p>
          <a:p>
            <a:pPr marL="0" marR="0" lvl="0" indent="0" algn="l" rtl="0">
              <a:lnSpc>
                <a:spcPct val="116666"/>
              </a:lnSpc>
              <a:spcBef>
                <a:spcPts val="1000"/>
              </a:spcBef>
              <a:spcAft>
                <a:spcPts val="1000"/>
              </a:spcAft>
              <a:buNone/>
            </a:pPr>
            <a:r>
              <a:rPr lang="en-US" sz="4000" b="1">
                <a:solidFill>
                  <a:schemeClr val="dk1"/>
                </a:solidFill>
                <a:latin typeface="Comic Sans MS"/>
                <a:ea typeface="Comic Sans MS"/>
                <a:cs typeface="Comic Sans MS"/>
                <a:sym typeface="Comic Sans MS"/>
              </a:rPr>
              <a:t>Exception</a:t>
            </a:r>
            <a:r>
              <a:rPr lang="en-US" sz="4000">
                <a:solidFill>
                  <a:schemeClr val="dk1"/>
                </a:solidFill>
                <a:latin typeface="Comic Sans MS"/>
                <a:ea typeface="Comic Sans MS"/>
                <a:cs typeface="Comic Sans MS"/>
                <a:sym typeface="Comic Sans MS"/>
              </a:rPr>
              <a:t>: South Africa is an exception. Possibly because they have greater access to river systems, withdrawing from neighbouring arid low-latitude countries.</a:t>
            </a:r>
            <a:endParaRPr sz="4000">
              <a:solidFill>
                <a:schemeClr val="dk1"/>
              </a:solidFill>
              <a:latin typeface="Comic Sans MS"/>
              <a:ea typeface="Comic Sans MS"/>
              <a:cs typeface="Comic Sans MS"/>
              <a:sym typeface="Comic Sans MS"/>
            </a:endParaRPr>
          </a:p>
        </p:txBody>
      </p:sp>
      <p:pic>
        <p:nvPicPr>
          <p:cNvPr id="261" name="Google Shape;261;p22"/>
          <p:cNvPicPr preferRelativeResize="0"/>
          <p:nvPr/>
        </p:nvPicPr>
        <p:blipFill rotWithShape="1">
          <a:blip r:embed="rId5">
            <a:alphaModFix/>
          </a:blip>
          <a:srcRect l="51985" b="26019"/>
          <a:stretch/>
        </p:blipFill>
        <p:spPr>
          <a:xfrm>
            <a:off x="11653100" y="-3"/>
            <a:ext cx="6411802" cy="40517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7AC2E2"/>
        </a:solidFill>
        <a:effectLst/>
      </p:bgPr>
    </p:bg>
    <p:spTree>
      <p:nvGrpSpPr>
        <p:cNvPr id="1" name="Shape 265"/>
        <p:cNvGrpSpPr/>
        <p:nvPr/>
      </p:nvGrpSpPr>
      <p:grpSpPr>
        <a:xfrm>
          <a:off x="0" y="0"/>
          <a:ext cx="0" cy="0"/>
          <a:chOff x="0" y="0"/>
          <a:chExt cx="0" cy="0"/>
        </a:xfrm>
      </p:grpSpPr>
      <p:grpSp>
        <p:nvGrpSpPr>
          <p:cNvPr id="266" name="Google Shape;266;p23"/>
          <p:cNvGrpSpPr/>
          <p:nvPr/>
        </p:nvGrpSpPr>
        <p:grpSpPr>
          <a:xfrm>
            <a:off x="599225" y="2506750"/>
            <a:ext cx="17089555" cy="7384564"/>
            <a:chOff x="0" y="0"/>
            <a:chExt cx="4500923" cy="1984618"/>
          </a:xfrm>
        </p:grpSpPr>
        <p:sp>
          <p:nvSpPr>
            <p:cNvPr id="267" name="Google Shape;267;p23"/>
            <p:cNvSpPr/>
            <p:nvPr/>
          </p:nvSpPr>
          <p:spPr>
            <a:xfrm>
              <a:off x="0" y="0"/>
              <a:ext cx="4500923" cy="1984618"/>
            </a:xfrm>
            <a:custGeom>
              <a:avLst/>
              <a:gdLst/>
              <a:ahLst/>
              <a:cxnLst/>
              <a:rect l="l" t="t" r="r" b="b"/>
              <a:pathLst>
                <a:path w="4500923" h="1922148" extrusionOk="0">
                  <a:moveTo>
                    <a:pt x="0" y="0"/>
                  </a:moveTo>
                  <a:lnTo>
                    <a:pt x="4500923" y="0"/>
                  </a:lnTo>
                  <a:lnTo>
                    <a:pt x="4500923" y="1922148"/>
                  </a:lnTo>
                  <a:lnTo>
                    <a:pt x="0" y="1922148"/>
                  </a:lnTo>
                  <a:close/>
                </a:path>
              </a:pathLst>
            </a:custGeom>
            <a:solidFill>
              <a:srgbClr val="A9DEF8"/>
            </a:solidFill>
            <a:ln>
              <a:noFill/>
            </a:ln>
          </p:spPr>
          <p:txBody>
            <a:bodyPr/>
            <a:lstStyle/>
            <a:p>
              <a:endParaRPr lang="en-US"/>
            </a:p>
          </p:txBody>
        </p:sp>
        <p:sp>
          <p:nvSpPr>
            <p:cNvPr id="268" name="Google Shape;268;p23"/>
            <p:cNvSpPr txBox="1"/>
            <p:nvPr/>
          </p:nvSpPr>
          <p:spPr>
            <a:xfrm>
              <a:off x="81231" y="57472"/>
              <a:ext cx="2953500" cy="1586400"/>
            </a:xfrm>
            <a:prstGeom prst="rect">
              <a:avLst/>
            </a:prstGeom>
            <a:noFill/>
            <a:ln>
              <a:noFill/>
            </a:ln>
          </p:spPr>
          <p:txBody>
            <a:bodyPr spcFirstLastPara="1" wrap="square" lIns="50800" tIns="50800" rIns="50800" bIns="50800" anchor="t" anchorCtr="0">
              <a:noAutofit/>
            </a:bodyPr>
            <a:lstStyle/>
            <a:p>
              <a:pPr marL="0" marR="0" lvl="0" indent="0" algn="l" rtl="0">
                <a:lnSpc>
                  <a:spcPct val="116666"/>
                </a:lnSpc>
                <a:spcBef>
                  <a:spcPts val="0"/>
                </a:spcBef>
                <a:spcAft>
                  <a:spcPts val="0"/>
                </a:spcAft>
                <a:buNone/>
              </a:pPr>
              <a:r>
                <a:rPr lang="en-US" sz="4500" dirty="0">
                  <a:solidFill>
                    <a:schemeClr val="dk1"/>
                  </a:solidFill>
                  <a:latin typeface="Comic Sans MS"/>
                  <a:ea typeface="Comic Sans MS"/>
                  <a:cs typeface="Comic Sans MS"/>
                  <a:sym typeface="Comic Sans MS"/>
                </a:rPr>
                <a:t>The two maps provided demonstrate the distribution of rainfall (precipitation) and amount of freshwater available per person in each country. </a:t>
              </a:r>
              <a:endParaRPr sz="4500" dirty="0">
                <a:solidFill>
                  <a:schemeClr val="dk1"/>
                </a:solidFill>
                <a:latin typeface="Comic Sans MS"/>
                <a:ea typeface="Comic Sans MS"/>
                <a:cs typeface="Comic Sans MS"/>
                <a:sym typeface="Comic Sans MS"/>
              </a:endParaRPr>
            </a:p>
            <a:p>
              <a:pPr marL="0" marR="0" lvl="0" indent="0" algn="l" rtl="0">
                <a:lnSpc>
                  <a:spcPct val="116666"/>
                </a:lnSpc>
                <a:spcBef>
                  <a:spcPts val="0"/>
                </a:spcBef>
                <a:spcAft>
                  <a:spcPts val="0"/>
                </a:spcAft>
                <a:buNone/>
              </a:pPr>
              <a:endParaRPr sz="4500" dirty="0">
                <a:solidFill>
                  <a:schemeClr val="dk1"/>
                </a:solidFill>
                <a:latin typeface="Comic Sans MS"/>
                <a:ea typeface="Comic Sans MS"/>
                <a:cs typeface="Comic Sans MS"/>
                <a:sym typeface="Comic Sans MS"/>
              </a:endParaRPr>
            </a:p>
            <a:p>
              <a:pPr marL="0" marR="0" lvl="0" indent="0" algn="l" rtl="0">
                <a:lnSpc>
                  <a:spcPct val="116666"/>
                </a:lnSpc>
                <a:spcBef>
                  <a:spcPts val="0"/>
                </a:spcBef>
                <a:spcAft>
                  <a:spcPts val="0"/>
                </a:spcAft>
                <a:buNone/>
              </a:pPr>
              <a:r>
                <a:rPr lang="en-US" sz="4500" dirty="0">
                  <a:solidFill>
                    <a:schemeClr val="dk1"/>
                  </a:solidFill>
                  <a:latin typeface="Comic Sans MS"/>
                  <a:ea typeface="Comic Sans MS"/>
                  <a:cs typeface="Comic Sans MS"/>
                  <a:sym typeface="Comic Sans MS"/>
                </a:rPr>
                <a:t>Conduct a PQE on the two maps provided, then answer the questions about the distribution and access to water around the world.</a:t>
              </a:r>
              <a:endParaRPr sz="4500" dirty="0">
                <a:solidFill>
                  <a:schemeClr val="dk1"/>
                </a:solidFill>
                <a:latin typeface="Comic Sans MS"/>
                <a:ea typeface="Comic Sans MS"/>
                <a:cs typeface="Comic Sans MS"/>
                <a:sym typeface="Comic Sans MS"/>
              </a:endParaRPr>
            </a:p>
          </p:txBody>
        </p:sp>
      </p:grpSp>
      <p:sp>
        <p:nvSpPr>
          <p:cNvPr id="269" name="Google Shape;269;p23"/>
          <p:cNvSpPr txBox="1"/>
          <p:nvPr/>
        </p:nvSpPr>
        <p:spPr>
          <a:xfrm>
            <a:off x="599225" y="810000"/>
            <a:ext cx="14960400" cy="1200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799">
                <a:solidFill>
                  <a:srgbClr val="FFFFFF"/>
                </a:solidFill>
                <a:latin typeface="Yeseva One"/>
                <a:ea typeface="Yeseva One"/>
                <a:cs typeface="Yeseva One"/>
                <a:sym typeface="Yeseva One"/>
              </a:rPr>
              <a:t>ACTIVITY</a:t>
            </a:r>
            <a:endParaRPr sz="700"/>
          </a:p>
        </p:txBody>
      </p:sp>
      <p:sp>
        <p:nvSpPr>
          <p:cNvPr id="270" name="Google Shape;270;p23"/>
          <p:cNvSpPr/>
          <p:nvPr/>
        </p:nvSpPr>
        <p:spPr>
          <a:xfrm>
            <a:off x="13402522" y="809993"/>
            <a:ext cx="4039924" cy="1696768"/>
          </a:xfrm>
          <a:custGeom>
            <a:avLst/>
            <a:gdLst/>
            <a:ahLst/>
            <a:cxnLst/>
            <a:rect l="l" t="t" r="r" b="b"/>
            <a:pathLst>
              <a:path w="4039924" h="1696768" extrusionOk="0">
                <a:moveTo>
                  <a:pt x="0" y="0"/>
                </a:moveTo>
                <a:lnTo>
                  <a:pt x="4039924" y="0"/>
                </a:lnTo>
                <a:lnTo>
                  <a:pt x="4039924" y="1696768"/>
                </a:lnTo>
                <a:lnTo>
                  <a:pt x="0" y="1696768"/>
                </a:lnTo>
                <a:lnTo>
                  <a:pt x="0" y="0"/>
                </a:lnTo>
                <a:close/>
              </a:path>
            </a:pathLst>
          </a:custGeom>
          <a:blipFill rotWithShape="1">
            <a:blip r:embed="rId3">
              <a:alphaModFix/>
            </a:blip>
            <a:stretch>
              <a:fillRect/>
            </a:stretch>
          </a:blipFill>
          <a:ln>
            <a:noFill/>
          </a:ln>
        </p:spPr>
        <p:txBody>
          <a:bodyPr/>
          <a:lstStyle/>
          <a:p>
            <a:endParaRPr lang="en-US"/>
          </a:p>
        </p:txBody>
      </p:sp>
      <p:sp>
        <p:nvSpPr>
          <p:cNvPr id="271" name="Google Shape;271;p23"/>
          <p:cNvSpPr/>
          <p:nvPr/>
        </p:nvSpPr>
        <p:spPr>
          <a:xfrm>
            <a:off x="16871949" y="8837850"/>
            <a:ext cx="1136321" cy="1357841"/>
          </a:xfrm>
          <a:custGeom>
            <a:avLst/>
            <a:gdLst/>
            <a:ahLst/>
            <a:cxnLst/>
            <a:rect l="l" t="t" r="r" b="b"/>
            <a:pathLst>
              <a:path w="1825416" h="2351239" extrusionOk="0">
                <a:moveTo>
                  <a:pt x="0" y="0"/>
                </a:moveTo>
                <a:lnTo>
                  <a:pt x="1825416" y="0"/>
                </a:lnTo>
                <a:lnTo>
                  <a:pt x="1825416" y="2351239"/>
                </a:lnTo>
                <a:lnTo>
                  <a:pt x="0" y="2351239"/>
                </a:lnTo>
                <a:lnTo>
                  <a:pt x="0" y="0"/>
                </a:lnTo>
                <a:close/>
              </a:path>
            </a:pathLst>
          </a:custGeom>
          <a:blipFill rotWithShape="1">
            <a:blip r:embed="rId4">
              <a:alphaModFix/>
            </a:blip>
            <a:stretch>
              <a:fillRect/>
            </a:stretch>
          </a:blipFill>
          <a:ln>
            <a:noFill/>
          </a:ln>
        </p:spPr>
        <p:txBody>
          <a:bodyPr/>
          <a:lstStyle/>
          <a:p>
            <a:endParaRPr lang="en-US"/>
          </a:p>
        </p:txBody>
      </p:sp>
      <p:sp>
        <p:nvSpPr>
          <p:cNvPr id="272" name="Google Shape;272;p23"/>
          <p:cNvSpPr/>
          <p:nvPr/>
        </p:nvSpPr>
        <p:spPr>
          <a:xfrm>
            <a:off x="11715788" y="1327875"/>
            <a:ext cx="2806870" cy="1178885"/>
          </a:xfrm>
          <a:custGeom>
            <a:avLst/>
            <a:gdLst/>
            <a:ahLst/>
            <a:cxnLst/>
            <a:rect l="l" t="t" r="r" b="b"/>
            <a:pathLst>
              <a:path w="2806870" h="1178885" extrusionOk="0">
                <a:moveTo>
                  <a:pt x="0" y="0"/>
                </a:moveTo>
                <a:lnTo>
                  <a:pt x="2806870" y="0"/>
                </a:lnTo>
                <a:lnTo>
                  <a:pt x="2806870" y="1178886"/>
                </a:lnTo>
                <a:lnTo>
                  <a:pt x="0" y="1178886"/>
                </a:lnTo>
                <a:lnTo>
                  <a:pt x="0" y="0"/>
                </a:lnTo>
                <a:close/>
              </a:path>
            </a:pathLst>
          </a:custGeom>
          <a:blipFill rotWithShape="1">
            <a:blip r:embed="rId3">
              <a:alphaModFix/>
            </a:blip>
            <a:stretch>
              <a:fillRect/>
            </a:stretch>
          </a:blipFill>
          <a:ln>
            <a:noFill/>
          </a:ln>
        </p:spPr>
        <p:txBody>
          <a:bodyPr/>
          <a:lstStyle/>
          <a:p>
            <a:endParaRPr lang="en-US"/>
          </a:p>
        </p:txBody>
      </p:sp>
      <p:sp>
        <p:nvSpPr>
          <p:cNvPr id="274" name="Google Shape;274;p23"/>
          <p:cNvSpPr/>
          <p:nvPr/>
        </p:nvSpPr>
        <p:spPr>
          <a:xfrm>
            <a:off x="13402515" y="1536543"/>
            <a:ext cx="2806870" cy="1178885"/>
          </a:xfrm>
          <a:custGeom>
            <a:avLst/>
            <a:gdLst/>
            <a:ahLst/>
            <a:cxnLst/>
            <a:rect l="l" t="t" r="r" b="b"/>
            <a:pathLst>
              <a:path w="2806870" h="1178885" extrusionOk="0">
                <a:moveTo>
                  <a:pt x="0" y="0"/>
                </a:moveTo>
                <a:lnTo>
                  <a:pt x="2806870" y="0"/>
                </a:lnTo>
                <a:lnTo>
                  <a:pt x="2806870" y="1178885"/>
                </a:lnTo>
                <a:lnTo>
                  <a:pt x="0" y="1178885"/>
                </a:lnTo>
                <a:lnTo>
                  <a:pt x="0" y="0"/>
                </a:lnTo>
                <a:close/>
              </a:path>
            </a:pathLst>
          </a:custGeom>
          <a:blipFill rotWithShape="1">
            <a:blip r:embed="rId3">
              <a:alphaModFix/>
            </a:blip>
            <a:stretch>
              <a:fillRect/>
            </a:stretch>
          </a:blipFill>
          <a:ln>
            <a:noFill/>
          </a:ln>
        </p:spPr>
        <p:txBody>
          <a:bodyPr/>
          <a:lstStyle/>
          <a:p>
            <a:endParaRPr lang="en-US"/>
          </a:p>
        </p:txBody>
      </p:sp>
      <p:sp>
        <p:nvSpPr>
          <p:cNvPr id="275" name="Google Shape;275;p23"/>
          <p:cNvSpPr/>
          <p:nvPr/>
        </p:nvSpPr>
        <p:spPr>
          <a:xfrm>
            <a:off x="15476521" y="2582722"/>
            <a:ext cx="1568342" cy="1816910"/>
          </a:xfrm>
          <a:custGeom>
            <a:avLst/>
            <a:gdLst/>
            <a:ahLst/>
            <a:cxnLst/>
            <a:rect l="l" t="t" r="r" b="b"/>
            <a:pathLst>
              <a:path w="1568342" h="1816910" extrusionOk="0">
                <a:moveTo>
                  <a:pt x="0" y="0"/>
                </a:moveTo>
                <a:lnTo>
                  <a:pt x="1568342" y="0"/>
                </a:lnTo>
                <a:lnTo>
                  <a:pt x="1568342" y="1816910"/>
                </a:lnTo>
                <a:lnTo>
                  <a:pt x="0" y="1816910"/>
                </a:lnTo>
                <a:lnTo>
                  <a:pt x="0" y="0"/>
                </a:lnTo>
                <a:close/>
              </a:path>
            </a:pathLst>
          </a:custGeom>
          <a:blipFill rotWithShape="1">
            <a:blip r:embed="rId5">
              <a:alphaModFix/>
            </a:blip>
            <a:stretch>
              <a:fillRect l="-126829" b="-65008"/>
            </a:stretch>
          </a:blipFill>
          <a:ln>
            <a:noFill/>
          </a:ln>
        </p:spPr>
        <p:txBody>
          <a:bodyPr/>
          <a:lstStyle/>
          <a:p>
            <a:endParaRPr lang="en-US"/>
          </a:p>
        </p:txBody>
      </p:sp>
      <p:sp>
        <p:nvSpPr>
          <p:cNvPr id="276" name="Google Shape;276;p23"/>
          <p:cNvSpPr/>
          <p:nvPr/>
        </p:nvSpPr>
        <p:spPr>
          <a:xfrm>
            <a:off x="14468806" y="2906572"/>
            <a:ext cx="1568342" cy="1816910"/>
          </a:xfrm>
          <a:custGeom>
            <a:avLst/>
            <a:gdLst/>
            <a:ahLst/>
            <a:cxnLst/>
            <a:rect l="l" t="t" r="r" b="b"/>
            <a:pathLst>
              <a:path w="1568342" h="1816910" extrusionOk="0">
                <a:moveTo>
                  <a:pt x="0" y="0"/>
                </a:moveTo>
                <a:lnTo>
                  <a:pt x="1568342" y="0"/>
                </a:lnTo>
                <a:lnTo>
                  <a:pt x="1568342" y="1816910"/>
                </a:lnTo>
                <a:lnTo>
                  <a:pt x="0" y="1816910"/>
                </a:lnTo>
                <a:lnTo>
                  <a:pt x="0" y="0"/>
                </a:lnTo>
                <a:close/>
              </a:path>
            </a:pathLst>
          </a:custGeom>
          <a:blipFill rotWithShape="1">
            <a:blip r:embed="rId5">
              <a:alphaModFix/>
            </a:blip>
            <a:stretch>
              <a:fillRect l="-126829" b="-65008"/>
            </a:stretch>
          </a:blipFill>
          <a:ln>
            <a:noFill/>
          </a:ln>
        </p:spPr>
        <p:txBody>
          <a:bodyPr/>
          <a:lstStyle/>
          <a:p>
            <a:endParaRPr lang="en-US"/>
          </a:p>
        </p:txBody>
      </p:sp>
      <p:sp>
        <p:nvSpPr>
          <p:cNvPr id="277" name="Google Shape;277;p23"/>
          <p:cNvSpPr/>
          <p:nvPr/>
        </p:nvSpPr>
        <p:spPr>
          <a:xfrm>
            <a:off x="13684635" y="2906572"/>
            <a:ext cx="1568342" cy="1816910"/>
          </a:xfrm>
          <a:custGeom>
            <a:avLst/>
            <a:gdLst/>
            <a:ahLst/>
            <a:cxnLst/>
            <a:rect l="l" t="t" r="r" b="b"/>
            <a:pathLst>
              <a:path w="1568342" h="1816910" extrusionOk="0">
                <a:moveTo>
                  <a:pt x="0" y="0"/>
                </a:moveTo>
                <a:lnTo>
                  <a:pt x="1568342" y="0"/>
                </a:lnTo>
                <a:lnTo>
                  <a:pt x="1568342" y="1816910"/>
                </a:lnTo>
                <a:lnTo>
                  <a:pt x="0" y="1816910"/>
                </a:lnTo>
                <a:lnTo>
                  <a:pt x="0" y="0"/>
                </a:lnTo>
                <a:close/>
              </a:path>
            </a:pathLst>
          </a:custGeom>
          <a:blipFill rotWithShape="1">
            <a:blip r:embed="rId5">
              <a:alphaModFix/>
            </a:blip>
            <a:stretch>
              <a:fillRect l="-126829" b="-65008"/>
            </a:stretch>
          </a:blipFill>
          <a:ln>
            <a:noFill/>
          </a:ln>
        </p:spPr>
        <p:txBody>
          <a:bodyPr/>
          <a:lstStyle/>
          <a:p>
            <a:endParaRPr lang="en-US"/>
          </a:p>
        </p:txBody>
      </p:sp>
      <p:sp>
        <p:nvSpPr>
          <p:cNvPr id="278" name="Google Shape;278;p23"/>
          <p:cNvSpPr/>
          <p:nvPr/>
        </p:nvSpPr>
        <p:spPr>
          <a:xfrm>
            <a:off x="12574644" y="2715434"/>
            <a:ext cx="1568342" cy="1816910"/>
          </a:xfrm>
          <a:custGeom>
            <a:avLst/>
            <a:gdLst/>
            <a:ahLst/>
            <a:cxnLst/>
            <a:rect l="l" t="t" r="r" b="b"/>
            <a:pathLst>
              <a:path w="1568342" h="1816910" extrusionOk="0">
                <a:moveTo>
                  <a:pt x="0" y="0"/>
                </a:moveTo>
                <a:lnTo>
                  <a:pt x="1568342" y="0"/>
                </a:lnTo>
                <a:lnTo>
                  <a:pt x="1568342" y="1816911"/>
                </a:lnTo>
                <a:lnTo>
                  <a:pt x="0" y="1816911"/>
                </a:lnTo>
                <a:lnTo>
                  <a:pt x="0" y="0"/>
                </a:lnTo>
                <a:close/>
              </a:path>
            </a:pathLst>
          </a:custGeom>
          <a:blipFill rotWithShape="1">
            <a:blip r:embed="rId5">
              <a:alphaModFix/>
            </a:blip>
            <a:stretch>
              <a:fillRect l="-126829" b="-65008"/>
            </a:stretch>
          </a:blipFill>
          <a:ln>
            <a:noFill/>
          </a:ln>
        </p:spPr>
        <p:txBody>
          <a:bodyPr/>
          <a:lstStyle/>
          <a:p>
            <a:endParaRPr lang="en-US"/>
          </a:p>
        </p:txBody>
      </p:sp>
      <p:sp>
        <p:nvSpPr>
          <p:cNvPr id="279" name="Google Shape;279;p23"/>
          <p:cNvSpPr/>
          <p:nvPr/>
        </p:nvSpPr>
        <p:spPr>
          <a:xfrm>
            <a:off x="11328295" y="2187748"/>
            <a:ext cx="1568342" cy="1816910"/>
          </a:xfrm>
          <a:custGeom>
            <a:avLst/>
            <a:gdLst/>
            <a:ahLst/>
            <a:cxnLst/>
            <a:rect l="l" t="t" r="r" b="b"/>
            <a:pathLst>
              <a:path w="1568342" h="1816910" extrusionOk="0">
                <a:moveTo>
                  <a:pt x="0" y="0"/>
                </a:moveTo>
                <a:lnTo>
                  <a:pt x="1568342" y="0"/>
                </a:lnTo>
                <a:lnTo>
                  <a:pt x="1568342" y="1816910"/>
                </a:lnTo>
                <a:lnTo>
                  <a:pt x="0" y="1816910"/>
                </a:lnTo>
                <a:lnTo>
                  <a:pt x="0" y="0"/>
                </a:lnTo>
                <a:close/>
              </a:path>
            </a:pathLst>
          </a:custGeom>
          <a:blipFill rotWithShape="1">
            <a:blip r:embed="rId5">
              <a:alphaModFix/>
            </a:blip>
            <a:stretch>
              <a:fillRect l="-126829" b="-65008"/>
            </a:stretch>
          </a:blipFill>
          <a:ln>
            <a:noFill/>
          </a:ln>
        </p:spPr>
        <p:txBody>
          <a:bodyPr/>
          <a:lstStyle/>
          <a:p>
            <a:endParaRPr lang="en-US"/>
          </a:p>
        </p:txBody>
      </p:sp>
      <p:pic>
        <p:nvPicPr>
          <p:cNvPr id="280" name="Google Shape;280;p23" descr="a cartoon drawing of a speech bubble with purple and orange clouds surrounding it (provided by Tenor)"/>
          <p:cNvPicPr preferRelativeResize="0"/>
          <p:nvPr/>
        </p:nvPicPr>
        <p:blipFill>
          <a:blip r:embed="rId6">
            <a:alphaModFix/>
          </a:blip>
          <a:stretch>
            <a:fillRect/>
          </a:stretch>
        </p:blipFill>
        <p:spPr>
          <a:xfrm>
            <a:off x="11715800" y="3738000"/>
            <a:ext cx="4743450" cy="47434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TotalTime>
  <Words>4707</Words>
  <Application>Microsoft Macintosh PowerPoint</Application>
  <PresentationFormat>Custom</PresentationFormat>
  <Paragraphs>427</Paragraphs>
  <Slides>81</Slides>
  <Notes>81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81</vt:i4>
      </vt:variant>
    </vt:vector>
  </HeadingPairs>
  <TitlesOfParts>
    <vt:vector size="90" baseType="lpstr">
      <vt:lpstr>Impact</vt:lpstr>
      <vt:lpstr>Yeseva One</vt:lpstr>
      <vt:lpstr>Arial</vt:lpstr>
      <vt:lpstr>Calibri</vt:lpstr>
      <vt:lpstr>Nunito Sans</vt:lpstr>
      <vt:lpstr>Poppins</vt:lpstr>
      <vt:lpstr>Nunito</vt:lpstr>
      <vt:lpstr>Comic Sans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Lorraine Chaffer</cp:lastModifiedBy>
  <cp:revision>6</cp:revision>
  <dcterms:modified xsi:type="dcterms:W3CDTF">2026-02-10T12:40:39Z</dcterms:modified>
</cp:coreProperties>
</file>